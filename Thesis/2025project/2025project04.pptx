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81" r:id="rId4"/>
    <p:sldId id="258" r:id="rId5"/>
    <p:sldId id="280" r:id="rId6"/>
    <p:sldId id="266" r:id="rId7"/>
    <p:sldId id="259" r:id="rId8"/>
    <p:sldId id="270" r:id="rId9"/>
    <p:sldId id="260" r:id="rId10"/>
    <p:sldId id="276" r:id="rId11"/>
    <p:sldId id="279" r:id="rId12"/>
    <p:sldId id="277" r:id="rId13"/>
    <p:sldId id="27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02BC5F-E233-412D-81AB-B5A5E16ECDA3}" type="doc">
      <dgm:prSet loTypeId="urn:microsoft.com/office/officeart/2008/layout/LinedLis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07E9C2B-DBC7-4101-99C9-F752C88F8CCE}">
      <dgm:prSet/>
      <dgm:spPr/>
      <dgm:t>
        <a:bodyPr/>
        <a:lstStyle/>
        <a:p>
          <a:r>
            <a:rPr kumimoji="1" lang="ja-JP" dirty="0"/>
            <a:t>電子商取引（</a:t>
          </a:r>
          <a:r>
            <a:rPr kumimoji="1" lang="en-US" dirty="0"/>
            <a:t>EC</a:t>
          </a:r>
          <a:r>
            <a:rPr kumimoji="1" lang="ja-JP" dirty="0"/>
            <a:t>）の発展に伴い，ユーザーレビューは製品品質と消費者満足度を測る重要な指標となっている．</a:t>
          </a:r>
          <a:endParaRPr lang="en-US" dirty="0"/>
        </a:p>
      </dgm:t>
    </dgm:pt>
    <dgm:pt modelId="{CC127633-CF16-4086-88AA-6FF50585FA0C}" type="parTrans" cxnId="{2B14C736-56E6-49E5-A29D-7BA5137533CD}">
      <dgm:prSet/>
      <dgm:spPr/>
      <dgm:t>
        <a:bodyPr/>
        <a:lstStyle/>
        <a:p>
          <a:endParaRPr lang="en-US"/>
        </a:p>
      </dgm:t>
    </dgm:pt>
    <dgm:pt modelId="{9B635C1D-1AD3-4C01-A804-BB4A3A3F1E76}" type="sibTrans" cxnId="{2B14C736-56E6-49E5-A29D-7BA5137533CD}">
      <dgm:prSet phldrT="01" phldr="0"/>
      <dgm:spPr/>
      <dgm:t>
        <a:bodyPr/>
        <a:lstStyle/>
        <a:p>
          <a:endParaRPr lang="en-US"/>
        </a:p>
      </dgm:t>
    </dgm:pt>
    <dgm:pt modelId="{CC92B490-7317-4DCE-BD0A-C2C163615CE7}">
      <dgm:prSet/>
      <dgm:spPr/>
      <dgm:t>
        <a:bodyPr/>
        <a:lstStyle/>
        <a:p>
          <a:r>
            <a:rPr kumimoji="1" lang="ja-JP" dirty="0"/>
            <a:t>レビュー数が多いものは，人手での分析が困難なことや，感情分類はできても不満の理由がわかりにくいことがある</a:t>
          </a:r>
          <a:endParaRPr lang="en-US" dirty="0"/>
        </a:p>
      </dgm:t>
    </dgm:pt>
    <dgm:pt modelId="{BEB4D6F3-EAC5-42A8-966F-4DF69186FB6A}" type="parTrans" cxnId="{863D5A72-D43B-4C39-ABE2-4B8028905C60}">
      <dgm:prSet/>
      <dgm:spPr/>
      <dgm:t>
        <a:bodyPr/>
        <a:lstStyle/>
        <a:p>
          <a:endParaRPr lang="en-US"/>
        </a:p>
      </dgm:t>
    </dgm:pt>
    <dgm:pt modelId="{FEF0E563-A552-4337-97C1-40A84909EC2D}" type="sibTrans" cxnId="{863D5A72-D43B-4C39-ABE2-4B8028905C60}">
      <dgm:prSet phldrT="02" phldr="0"/>
      <dgm:spPr/>
      <dgm:t>
        <a:bodyPr/>
        <a:lstStyle/>
        <a:p>
          <a:endParaRPr lang="en-US"/>
        </a:p>
      </dgm:t>
    </dgm:pt>
    <dgm:pt modelId="{E504C78D-7903-47E5-BF9C-085B01A6B6FD}">
      <dgm:prSet/>
      <dgm:spPr/>
      <dgm:t>
        <a:bodyPr/>
        <a:lstStyle/>
        <a:p>
          <a:r>
            <a:rPr kumimoji="1" lang="ja-JP" dirty="0"/>
            <a:t>レビューを数値化して学習させることにより，低評価の背後にある具体的な問題点を抽出し，販売者に対して的確な改善提案を行うことを目指す．</a:t>
          </a:r>
          <a:endParaRPr lang="en-US" dirty="0"/>
        </a:p>
      </dgm:t>
    </dgm:pt>
    <dgm:pt modelId="{FDA59146-8451-430C-97C6-7CB06EB4FACC}" type="parTrans" cxnId="{047AE49D-5020-461B-BCAB-2DDB6F6919F5}">
      <dgm:prSet/>
      <dgm:spPr/>
      <dgm:t>
        <a:bodyPr/>
        <a:lstStyle/>
        <a:p>
          <a:endParaRPr lang="en-US"/>
        </a:p>
      </dgm:t>
    </dgm:pt>
    <dgm:pt modelId="{8181F699-33EC-4B23-8BA8-A958478C6F38}" type="sibTrans" cxnId="{047AE49D-5020-461B-BCAB-2DDB6F6919F5}">
      <dgm:prSet phldrT="03" phldr="0"/>
      <dgm:spPr/>
      <dgm:t>
        <a:bodyPr/>
        <a:lstStyle/>
        <a:p>
          <a:endParaRPr lang="en-US"/>
        </a:p>
      </dgm:t>
    </dgm:pt>
    <dgm:pt modelId="{06D2902E-37B9-495B-AA90-3AB7635AFC43}" type="pres">
      <dgm:prSet presAssocID="{5102BC5F-E233-412D-81AB-B5A5E16ECDA3}" presName="vert0" presStyleCnt="0">
        <dgm:presLayoutVars>
          <dgm:dir/>
          <dgm:animOne val="branch"/>
          <dgm:animLvl val="lvl"/>
        </dgm:presLayoutVars>
      </dgm:prSet>
      <dgm:spPr/>
    </dgm:pt>
    <dgm:pt modelId="{C95D51FC-D10D-433F-9060-7F9D3D70ED19}" type="pres">
      <dgm:prSet presAssocID="{307E9C2B-DBC7-4101-99C9-F752C88F8CCE}" presName="thickLine" presStyleLbl="alignNode1" presStyleIdx="0" presStyleCnt="3"/>
      <dgm:spPr/>
    </dgm:pt>
    <dgm:pt modelId="{4DBDDE93-BACF-416A-BC2A-E7320879FAC3}" type="pres">
      <dgm:prSet presAssocID="{307E9C2B-DBC7-4101-99C9-F752C88F8CCE}" presName="horz1" presStyleCnt="0"/>
      <dgm:spPr/>
    </dgm:pt>
    <dgm:pt modelId="{ADCFD54D-F03F-45E8-9AF0-9BBCE8E9752E}" type="pres">
      <dgm:prSet presAssocID="{307E9C2B-DBC7-4101-99C9-F752C88F8CCE}" presName="tx1" presStyleLbl="revTx" presStyleIdx="0" presStyleCnt="3"/>
      <dgm:spPr/>
    </dgm:pt>
    <dgm:pt modelId="{0005151F-FA78-4E11-A742-791CA0DC1727}" type="pres">
      <dgm:prSet presAssocID="{307E9C2B-DBC7-4101-99C9-F752C88F8CCE}" presName="vert1" presStyleCnt="0"/>
      <dgm:spPr/>
    </dgm:pt>
    <dgm:pt modelId="{73314583-D29E-44D6-9FB3-245C177D0B9D}" type="pres">
      <dgm:prSet presAssocID="{CC92B490-7317-4DCE-BD0A-C2C163615CE7}" presName="thickLine" presStyleLbl="alignNode1" presStyleIdx="1" presStyleCnt="3"/>
      <dgm:spPr/>
    </dgm:pt>
    <dgm:pt modelId="{0991CF6B-9615-4029-AAB8-84357F17B16B}" type="pres">
      <dgm:prSet presAssocID="{CC92B490-7317-4DCE-BD0A-C2C163615CE7}" presName="horz1" presStyleCnt="0"/>
      <dgm:spPr/>
    </dgm:pt>
    <dgm:pt modelId="{4E67FA1B-C374-4A65-9581-9291C5CE48CA}" type="pres">
      <dgm:prSet presAssocID="{CC92B490-7317-4DCE-BD0A-C2C163615CE7}" presName="tx1" presStyleLbl="revTx" presStyleIdx="1" presStyleCnt="3"/>
      <dgm:spPr/>
    </dgm:pt>
    <dgm:pt modelId="{6570E38E-4CAA-4992-9E7D-C496350A9357}" type="pres">
      <dgm:prSet presAssocID="{CC92B490-7317-4DCE-BD0A-C2C163615CE7}" presName="vert1" presStyleCnt="0"/>
      <dgm:spPr/>
    </dgm:pt>
    <dgm:pt modelId="{0E389B02-951C-4444-B8C4-AA42C95D70CA}" type="pres">
      <dgm:prSet presAssocID="{E504C78D-7903-47E5-BF9C-085B01A6B6FD}" presName="thickLine" presStyleLbl="alignNode1" presStyleIdx="2" presStyleCnt="3"/>
      <dgm:spPr/>
    </dgm:pt>
    <dgm:pt modelId="{42457B6C-6FB0-4D1F-BA59-EBB224F06EE2}" type="pres">
      <dgm:prSet presAssocID="{E504C78D-7903-47E5-BF9C-085B01A6B6FD}" presName="horz1" presStyleCnt="0"/>
      <dgm:spPr/>
    </dgm:pt>
    <dgm:pt modelId="{0E8180AA-BE78-4B6A-91F8-8451944BCD11}" type="pres">
      <dgm:prSet presAssocID="{E504C78D-7903-47E5-BF9C-085B01A6B6FD}" presName="tx1" presStyleLbl="revTx" presStyleIdx="2" presStyleCnt="3"/>
      <dgm:spPr/>
    </dgm:pt>
    <dgm:pt modelId="{6C9C8CA1-71F7-4CD7-AC6C-1A23DDEB3A2C}" type="pres">
      <dgm:prSet presAssocID="{E504C78D-7903-47E5-BF9C-085B01A6B6FD}" presName="vert1" presStyleCnt="0"/>
      <dgm:spPr/>
    </dgm:pt>
  </dgm:ptLst>
  <dgm:cxnLst>
    <dgm:cxn modelId="{2CCFC42F-2093-49A8-9D9B-AD7A368C32A4}" type="presOf" srcId="{307E9C2B-DBC7-4101-99C9-F752C88F8CCE}" destId="{ADCFD54D-F03F-45E8-9AF0-9BBCE8E9752E}" srcOrd="0" destOrd="0" presId="urn:microsoft.com/office/officeart/2008/layout/LinedList"/>
    <dgm:cxn modelId="{B4BD6735-6BAC-49CA-B75C-020DEAF33BBD}" type="presOf" srcId="{5102BC5F-E233-412D-81AB-B5A5E16ECDA3}" destId="{06D2902E-37B9-495B-AA90-3AB7635AFC43}" srcOrd="0" destOrd="0" presId="urn:microsoft.com/office/officeart/2008/layout/LinedList"/>
    <dgm:cxn modelId="{2B14C736-56E6-49E5-A29D-7BA5137533CD}" srcId="{5102BC5F-E233-412D-81AB-B5A5E16ECDA3}" destId="{307E9C2B-DBC7-4101-99C9-F752C88F8CCE}" srcOrd="0" destOrd="0" parTransId="{CC127633-CF16-4086-88AA-6FF50585FA0C}" sibTransId="{9B635C1D-1AD3-4C01-A804-BB4A3A3F1E76}"/>
    <dgm:cxn modelId="{863D5A72-D43B-4C39-ABE2-4B8028905C60}" srcId="{5102BC5F-E233-412D-81AB-B5A5E16ECDA3}" destId="{CC92B490-7317-4DCE-BD0A-C2C163615CE7}" srcOrd="1" destOrd="0" parTransId="{BEB4D6F3-EAC5-42A8-966F-4DF69186FB6A}" sibTransId="{FEF0E563-A552-4337-97C1-40A84909EC2D}"/>
    <dgm:cxn modelId="{047AE49D-5020-461B-BCAB-2DDB6F6919F5}" srcId="{5102BC5F-E233-412D-81AB-B5A5E16ECDA3}" destId="{E504C78D-7903-47E5-BF9C-085B01A6B6FD}" srcOrd="2" destOrd="0" parTransId="{FDA59146-8451-430C-97C6-7CB06EB4FACC}" sibTransId="{8181F699-33EC-4B23-8BA8-A958478C6F38}"/>
    <dgm:cxn modelId="{375E61D7-8575-4E0D-BE34-0522388BE892}" type="presOf" srcId="{E504C78D-7903-47E5-BF9C-085B01A6B6FD}" destId="{0E8180AA-BE78-4B6A-91F8-8451944BCD11}" srcOrd="0" destOrd="0" presId="urn:microsoft.com/office/officeart/2008/layout/LinedList"/>
    <dgm:cxn modelId="{80B217EE-9116-4588-AAF0-014F765C5344}" type="presOf" srcId="{CC92B490-7317-4DCE-BD0A-C2C163615CE7}" destId="{4E67FA1B-C374-4A65-9581-9291C5CE48CA}" srcOrd="0" destOrd="0" presId="urn:microsoft.com/office/officeart/2008/layout/LinedList"/>
    <dgm:cxn modelId="{1A7D2244-E15A-459B-B1AF-4734AB3ADA21}" type="presParOf" srcId="{06D2902E-37B9-495B-AA90-3AB7635AFC43}" destId="{C95D51FC-D10D-433F-9060-7F9D3D70ED19}" srcOrd="0" destOrd="0" presId="urn:microsoft.com/office/officeart/2008/layout/LinedList"/>
    <dgm:cxn modelId="{86299A8C-4E99-42CF-A700-C848EDD80451}" type="presParOf" srcId="{06D2902E-37B9-495B-AA90-3AB7635AFC43}" destId="{4DBDDE93-BACF-416A-BC2A-E7320879FAC3}" srcOrd="1" destOrd="0" presId="urn:microsoft.com/office/officeart/2008/layout/LinedList"/>
    <dgm:cxn modelId="{C07B2909-6184-4756-A723-13D5DEC1D1BA}" type="presParOf" srcId="{4DBDDE93-BACF-416A-BC2A-E7320879FAC3}" destId="{ADCFD54D-F03F-45E8-9AF0-9BBCE8E9752E}" srcOrd="0" destOrd="0" presId="urn:microsoft.com/office/officeart/2008/layout/LinedList"/>
    <dgm:cxn modelId="{6B43BB13-5A65-4AD5-9796-108110BAC936}" type="presParOf" srcId="{4DBDDE93-BACF-416A-BC2A-E7320879FAC3}" destId="{0005151F-FA78-4E11-A742-791CA0DC1727}" srcOrd="1" destOrd="0" presId="urn:microsoft.com/office/officeart/2008/layout/LinedList"/>
    <dgm:cxn modelId="{35885DB3-69F2-4EE0-B02A-C9A482DEF548}" type="presParOf" srcId="{06D2902E-37B9-495B-AA90-3AB7635AFC43}" destId="{73314583-D29E-44D6-9FB3-245C177D0B9D}" srcOrd="2" destOrd="0" presId="urn:microsoft.com/office/officeart/2008/layout/LinedList"/>
    <dgm:cxn modelId="{52DE469C-9B79-4F47-BA70-BD580B8ECD1B}" type="presParOf" srcId="{06D2902E-37B9-495B-AA90-3AB7635AFC43}" destId="{0991CF6B-9615-4029-AAB8-84357F17B16B}" srcOrd="3" destOrd="0" presId="urn:microsoft.com/office/officeart/2008/layout/LinedList"/>
    <dgm:cxn modelId="{47DDB366-8F4E-4A40-BD81-7918DC59EB36}" type="presParOf" srcId="{0991CF6B-9615-4029-AAB8-84357F17B16B}" destId="{4E67FA1B-C374-4A65-9581-9291C5CE48CA}" srcOrd="0" destOrd="0" presId="urn:microsoft.com/office/officeart/2008/layout/LinedList"/>
    <dgm:cxn modelId="{FB4041F8-50B8-4A7B-ADDD-D00E04003885}" type="presParOf" srcId="{0991CF6B-9615-4029-AAB8-84357F17B16B}" destId="{6570E38E-4CAA-4992-9E7D-C496350A9357}" srcOrd="1" destOrd="0" presId="urn:microsoft.com/office/officeart/2008/layout/LinedList"/>
    <dgm:cxn modelId="{03DEBA1C-0FC2-47C1-807D-3862C89ABD64}" type="presParOf" srcId="{06D2902E-37B9-495B-AA90-3AB7635AFC43}" destId="{0E389B02-951C-4444-B8C4-AA42C95D70CA}" srcOrd="4" destOrd="0" presId="urn:microsoft.com/office/officeart/2008/layout/LinedList"/>
    <dgm:cxn modelId="{6ACEC151-8143-4369-8858-CF7A872A0873}" type="presParOf" srcId="{06D2902E-37B9-495B-AA90-3AB7635AFC43}" destId="{42457B6C-6FB0-4D1F-BA59-EBB224F06EE2}" srcOrd="5" destOrd="0" presId="urn:microsoft.com/office/officeart/2008/layout/LinedList"/>
    <dgm:cxn modelId="{BC4E2E3D-20A2-4975-B0D8-FD09EC87DA9F}" type="presParOf" srcId="{42457B6C-6FB0-4D1F-BA59-EBB224F06EE2}" destId="{0E8180AA-BE78-4B6A-91F8-8451944BCD11}" srcOrd="0" destOrd="0" presId="urn:microsoft.com/office/officeart/2008/layout/LinedList"/>
    <dgm:cxn modelId="{E7FC8532-6632-44E7-B5DA-EDCE52E673ED}" type="presParOf" srcId="{42457B6C-6FB0-4D1F-BA59-EBB224F06EE2}" destId="{6C9C8CA1-71F7-4CD7-AC6C-1A23DDEB3A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D51FC-D10D-433F-9060-7F9D3D70ED19}">
      <dsp:nvSpPr>
        <dsp:cNvPr id="0" name=""/>
        <dsp:cNvSpPr/>
      </dsp:nvSpPr>
      <dsp:spPr>
        <a:xfrm>
          <a:off x="0" y="1892"/>
          <a:ext cx="962400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CFD54D-F03F-45E8-9AF0-9BBCE8E9752E}">
      <dsp:nvSpPr>
        <dsp:cNvPr id="0" name=""/>
        <dsp:cNvSpPr/>
      </dsp:nvSpPr>
      <dsp:spPr>
        <a:xfrm>
          <a:off x="0" y="1892"/>
          <a:ext cx="9624008" cy="129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200" kern="1200" dirty="0"/>
            <a:t>電子商取引（</a:t>
          </a:r>
          <a:r>
            <a:rPr kumimoji="1" lang="en-US" sz="2200" kern="1200" dirty="0"/>
            <a:t>EC</a:t>
          </a:r>
          <a:r>
            <a:rPr kumimoji="1" lang="ja-JP" sz="2200" kern="1200" dirty="0"/>
            <a:t>）の発展に伴い，ユーザーレビューは製品品質と消費者満足度を測る重要な指標となっている．</a:t>
          </a:r>
          <a:endParaRPr lang="en-US" sz="2200" kern="1200" dirty="0"/>
        </a:p>
      </dsp:txBody>
      <dsp:txXfrm>
        <a:off x="0" y="1892"/>
        <a:ext cx="9624008" cy="1290880"/>
      </dsp:txXfrm>
    </dsp:sp>
    <dsp:sp modelId="{73314583-D29E-44D6-9FB3-245C177D0B9D}">
      <dsp:nvSpPr>
        <dsp:cNvPr id="0" name=""/>
        <dsp:cNvSpPr/>
      </dsp:nvSpPr>
      <dsp:spPr>
        <a:xfrm>
          <a:off x="0" y="1292772"/>
          <a:ext cx="962400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E67FA1B-C374-4A65-9581-9291C5CE48CA}">
      <dsp:nvSpPr>
        <dsp:cNvPr id="0" name=""/>
        <dsp:cNvSpPr/>
      </dsp:nvSpPr>
      <dsp:spPr>
        <a:xfrm>
          <a:off x="0" y="1292772"/>
          <a:ext cx="9624008" cy="129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200" kern="1200" dirty="0"/>
            <a:t>レビュー数が多いものは，人手での分析が困難なことや，感情分類はできても不満の理由がわかりにくいことがある</a:t>
          </a:r>
          <a:endParaRPr lang="en-US" sz="2200" kern="1200" dirty="0"/>
        </a:p>
      </dsp:txBody>
      <dsp:txXfrm>
        <a:off x="0" y="1292772"/>
        <a:ext cx="9624008" cy="1290880"/>
      </dsp:txXfrm>
    </dsp:sp>
    <dsp:sp modelId="{0E389B02-951C-4444-B8C4-AA42C95D70CA}">
      <dsp:nvSpPr>
        <dsp:cNvPr id="0" name=""/>
        <dsp:cNvSpPr/>
      </dsp:nvSpPr>
      <dsp:spPr>
        <a:xfrm>
          <a:off x="0" y="2583653"/>
          <a:ext cx="9624008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8180AA-BE78-4B6A-91F8-8451944BCD11}">
      <dsp:nvSpPr>
        <dsp:cNvPr id="0" name=""/>
        <dsp:cNvSpPr/>
      </dsp:nvSpPr>
      <dsp:spPr>
        <a:xfrm>
          <a:off x="0" y="2583653"/>
          <a:ext cx="9624008" cy="129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200" kern="1200" dirty="0"/>
            <a:t>レビューを数値化して学習させることにより，低評価の背後にある具体的な問題点を抽出し，販売者に対して的確な改善提案を行うことを目指す．</a:t>
          </a:r>
          <a:endParaRPr lang="en-US" sz="2200" kern="1200" dirty="0"/>
        </a:p>
      </dsp:txBody>
      <dsp:txXfrm>
        <a:off x="0" y="2583653"/>
        <a:ext cx="9624008" cy="12908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B6D0-876A-4C39-9C50-40547542DC4E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23103-AB93-4DC1-87BF-E43078B07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464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23103-AB93-4DC1-87BF-E43078B07F9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979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95492A-7B51-19B8-90C1-38EDB4C80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5F813A-3F5A-F633-93AA-AEF3D96A1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606301-1FCD-2F42-8354-083AF6AC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06EE4B-7939-DCD9-57F0-79CFBDD1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69B122-1D68-5625-7457-74603C195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51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08F33-FC26-3AE8-CAEA-A9E97450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E05B20-A5EE-8A23-B3F4-7D1DEAF9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15934-4A05-A9A6-9B48-261C5EFD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44DFEE-C03C-C5EF-5D6A-573893AA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BE1CBD-90E4-59DD-5053-42037D13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93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0C5DB-45CD-434D-A6A6-D6990A022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F33ECC-D760-2F99-7CD8-25CD95A2E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0BD2A2-ADF6-3D42-EA33-22F2137D7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62B6D7-7F86-9BDE-0484-3A9202A4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A90AB2-7410-8036-3C30-DCF62188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233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D42DF2-744C-BDEE-79E4-D58C238C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44420F-4C92-3B71-8265-FAA0C3169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B65D96-26F9-F68B-A6D2-494A3187F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AA55F5-5F9C-2FE0-BE8A-91A68B21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BBAC43-DBAC-EF95-0C92-0042FA98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0E7761-43CD-8033-910C-0664F7D5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168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68C38-965C-383B-1DD2-3707119B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85B447-FDAD-18CB-590F-802A32A9D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9BA31E-2022-57C6-BA43-BCEC5116C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B64D36-EDC4-EDAB-F4BC-FA3A74610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EC0692F-721F-22C2-FEC6-634AEC46B2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5CF62E-5B4D-207D-67B5-46F94CC4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6E979CA-B364-B4FD-06C1-8818914D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B872C4A-AC5D-07E7-7216-804281FC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43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4762DB-4A16-40F4-BE81-3FA4A9FF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B5D32C-B5BA-D4F4-C2C9-C1B9572D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BF21B6-B4A3-FBFC-302B-DA85DCDC1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3F3EB2-69AD-8342-20EB-AB23ABE9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911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0BDA5B-47EC-42F8-6C13-274C6622F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34933F-B068-300B-200E-346A224E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C16FA8-F051-12A3-E98F-6C3CB46C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78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0F10A-9FB7-321F-A148-F6EED0862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BE42EA-8D69-53D5-8D28-F0A882C95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9D3D09-9DEC-3BFD-0DA6-98A9CE5E4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5D5737-F2A9-F55D-C800-C253F17F4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DFC27DD-2E92-130C-17C2-9D0AF48A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DF5650-B819-AEA6-6449-A1E889DD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34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DDCE4F-F741-F747-353F-B6640DCE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70D4B86-73F2-4456-CA9B-26615372E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0D1A8C-F980-3F67-D4BE-5153CA5AB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FF4852-594F-CAD3-5A51-133EB0C93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B7BE10-257A-66B2-5644-B6EE6569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FA8EAB-0E0A-500B-77A7-959AB6BA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776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E12DCF-501D-5D5A-6C95-9720E6402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498E32-BBBB-AE5A-D5BE-17723E18C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862040-03D8-9718-50CE-FD695304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13473A-4C52-8A4A-4C6D-EDB779C1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8D9536-F68C-47EA-6D6F-41683AEE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718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F823D8-3911-FE22-7586-9C21D85499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FF4280-06AF-2763-D47E-557638E2A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5DA7D-585F-5662-7AA9-95D677CF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30605-7E4B-5576-64AD-5B36C406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CE2177-4F31-B145-EE82-9D48D782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07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0A45BD-D986-7D96-0AC6-18DCF414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F76FC7-87D3-86D4-6D9E-7FF1F1167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E4D4A9-AC99-07F8-7BDF-BE2E8A058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033AD-4D53-4CE5-BCAA-4980A250DBDC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044CCE-B6A6-637C-120F-86BA01CE7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E7749-F8C9-3F2E-9565-5BEF73E13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FF36C-1A2F-4DDE-9DB7-D43456CC44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53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8586D2-469F-400A-AEA2-B4413CA5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9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1E6055-EE9A-48F8-B919-F7B48792E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158" y="4182"/>
            <a:ext cx="12198158" cy="5134096"/>
          </a:xfrm>
          <a:custGeom>
            <a:avLst/>
            <a:gdLst>
              <a:gd name="connsiteX0" fmla="*/ 0 w 12217206"/>
              <a:gd name="connsiteY0" fmla="*/ 0 h 4977304"/>
              <a:gd name="connsiteX1" fmla="*/ 12192000 w 12217206"/>
              <a:gd name="connsiteY1" fmla="*/ 0 h 4977304"/>
              <a:gd name="connsiteX2" fmla="*/ 12192000 w 12217206"/>
              <a:gd name="connsiteY2" fmla="*/ 2726958 h 4977304"/>
              <a:gd name="connsiteX3" fmla="*/ 12217206 w 12217206"/>
              <a:gd name="connsiteY3" fmla="*/ 2896463 h 4977304"/>
              <a:gd name="connsiteX4" fmla="*/ 12192000 w 12217206"/>
              <a:gd name="connsiteY4" fmla="*/ 2864054 h 4977304"/>
              <a:gd name="connsiteX5" fmla="*/ 12192000 w 12217206"/>
              <a:gd name="connsiteY5" fmla="*/ 3315068 h 4977304"/>
              <a:gd name="connsiteX6" fmla="*/ 12198158 w 12217206"/>
              <a:gd name="connsiteY6" fmla="*/ 3664565 h 4977304"/>
              <a:gd name="connsiteX7" fmla="*/ 12132764 w 12217206"/>
              <a:gd name="connsiteY7" fmla="*/ 3748492 h 4977304"/>
              <a:gd name="connsiteX8" fmla="*/ 12053056 w 12217206"/>
              <a:gd name="connsiteY8" fmla="*/ 3749753 h 4977304"/>
              <a:gd name="connsiteX9" fmla="*/ 11938513 w 12217206"/>
              <a:gd name="connsiteY9" fmla="*/ 3754367 h 4977304"/>
              <a:gd name="connsiteX10" fmla="*/ 11853342 w 12217206"/>
              <a:gd name="connsiteY10" fmla="*/ 3782688 h 4977304"/>
              <a:gd name="connsiteX11" fmla="*/ 11704569 w 12217206"/>
              <a:gd name="connsiteY11" fmla="*/ 3839336 h 4977304"/>
              <a:gd name="connsiteX12" fmla="*/ 11577641 w 12217206"/>
              <a:gd name="connsiteY12" fmla="*/ 3885996 h 4977304"/>
              <a:gd name="connsiteX13" fmla="*/ 11508791 w 12217206"/>
              <a:gd name="connsiteY13" fmla="*/ 3969283 h 4977304"/>
              <a:gd name="connsiteX14" fmla="*/ 11388373 w 12217206"/>
              <a:gd name="connsiteY14" fmla="*/ 4027440 h 4977304"/>
              <a:gd name="connsiteX15" fmla="*/ 11276406 w 12217206"/>
              <a:gd name="connsiteY15" fmla="*/ 4056099 h 4977304"/>
              <a:gd name="connsiteX16" fmla="*/ 11190251 w 12217206"/>
              <a:gd name="connsiteY16" fmla="*/ 4073272 h 4977304"/>
              <a:gd name="connsiteX17" fmla="*/ 11139995 w 12217206"/>
              <a:gd name="connsiteY17" fmla="*/ 4081811 h 4977304"/>
              <a:gd name="connsiteX18" fmla="*/ 11040727 w 12217206"/>
              <a:gd name="connsiteY18" fmla="*/ 4081109 h 4977304"/>
              <a:gd name="connsiteX19" fmla="*/ 10969005 w 12217206"/>
              <a:gd name="connsiteY19" fmla="*/ 4091154 h 4977304"/>
              <a:gd name="connsiteX20" fmla="*/ 10899772 w 12217206"/>
              <a:gd name="connsiteY20" fmla="*/ 4122857 h 4977304"/>
              <a:gd name="connsiteX21" fmla="*/ 10838983 w 12217206"/>
              <a:gd name="connsiteY21" fmla="*/ 4155791 h 4977304"/>
              <a:gd name="connsiteX22" fmla="*/ 10769520 w 12217206"/>
              <a:gd name="connsiteY22" fmla="*/ 4198574 h 4977304"/>
              <a:gd name="connsiteX23" fmla="*/ 10570843 w 12217206"/>
              <a:gd name="connsiteY23" fmla="*/ 4255424 h 4977304"/>
              <a:gd name="connsiteX24" fmla="*/ 10512263 w 12217206"/>
              <a:gd name="connsiteY24" fmla="*/ 4291698 h 4977304"/>
              <a:gd name="connsiteX25" fmla="*/ 10439016 w 12217206"/>
              <a:gd name="connsiteY25" fmla="*/ 4293933 h 4977304"/>
              <a:gd name="connsiteX26" fmla="*/ 10376941 w 12217206"/>
              <a:gd name="connsiteY26" fmla="*/ 4298111 h 4977304"/>
              <a:gd name="connsiteX27" fmla="*/ 10329960 w 12217206"/>
              <a:gd name="connsiteY27" fmla="*/ 4298774 h 4977304"/>
              <a:gd name="connsiteX28" fmla="*/ 10254256 w 12217206"/>
              <a:gd name="connsiteY28" fmla="*/ 4309364 h 4977304"/>
              <a:gd name="connsiteX29" fmla="*/ 10119745 w 12217206"/>
              <a:gd name="connsiteY29" fmla="*/ 4321869 h 4977304"/>
              <a:gd name="connsiteX30" fmla="*/ 10075444 w 12217206"/>
              <a:gd name="connsiteY30" fmla="*/ 4324144 h 4977304"/>
              <a:gd name="connsiteX31" fmla="*/ 10032543 w 12217206"/>
              <a:gd name="connsiteY31" fmla="*/ 4322337 h 4977304"/>
              <a:gd name="connsiteX32" fmla="*/ 9953375 w 12217206"/>
              <a:gd name="connsiteY32" fmla="*/ 4339186 h 4977304"/>
              <a:gd name="connsiteX33" fmla="*/ 9841223 w 12217206"/>
              <a:gd name="connsiteY33" fmla="*/ 4346536 h 4977304"/>
              <a:gd name="connsiteX34" fmla="*/ 9721820 w 12217206"/>
              <a:gd name="connsiteY34" fmla="*/ 4368481 h 4977304"/>
              <a:gd name="connsiteX35" fmla="*/ 9578114 w 12217206"/>
              <a:gd name="connsiteY35" fmla="*/ 4380883 h 4977304"/>
              <a:gd name="connsiteX36" fmla="*/ 9336820 w 12217206"/>
              <a:gd name="connsiteY36" fmla="*/ 4430514 h 4977304"/>
              <a:gd name="connsiteX37" fmla="*/ 9272837 w 12217206"/>
              <a:gd name="connsiteY37" fmla="*/ 4491645 h 4977304"/>
              <a:gd name="connsiteX38" fmla="*/ 9188677 w 12217206"/>
              <a:gd name="connsiteY38" fmla="*/ 4497828 h 4977304"/>
              <a:gd name="connsiteX39" fmla="*/ 9183116 w 12217206"/>
              <a:gd name="connsiteY39" fmla="*/ 4507862 h 4977304"/>
              <a:gd name="connsiteX40" fmla="*/ 9145128 w 12217206"/>
              <a:gd name="connsiteY40" fmla="*/ 4520027 h 4977304"/>
              <a:gd name="connsiteX41" fmla="*/ 9144106 w 12217206"/>
              <a:gd name="connsiteY41" fmla="*/ 4518870 h 4977304"/>
              <a:gd name="connsiteX42" fmla="*/ 9131223 w 12217206"/>
              <a:gd name="connsiteY42" fmla="*/ 4516515 h 4977304"/>
              <a:gd name="connsiteX43" fmla="*/ 9107733 w 12217206"/>
              <a:gd name="connsiteY43" fmla="*/ 4515031 h 4977304"/>
              <a:gd name="connsiteX44" fmla="*/ 9047414 w 12217206"/>
              <a:gd name="connsiteY44" fmla="*/ 4506003 h 4977304"/>
              <a:gd name="connsiteX45" fmla="*/ 8999479 w 12217206"/>
              <a:gd name="connsiteY45" fmla="*/ 4509570 h 4977304"/>
              <a:gd name="connsiteX46" fmla="*/ 8999194 w 12217206"/>
              <a:gd name="connsiteY46" fmla="*/ 4509309 h 4977304"/>
              <a:gd name="connsiteX47" fmla="*/ 8990231 w 12217206"/>
              <a:gd name="connsiteY47" fmla="*/ 4510625 h 4977304"/>
              <a:gd name="connsiteX48" fmla="*/ 8984397 w 12217206"/>
              <a:gd name="connsiteY48" fmla="*/ 4512863 h 4977304"/>
              <a:gd name="connsiteX49" fmla="*/ 8968351 w 12217206"/>
              <a:gd name="connsiteY49" fmla="*/ 4516366 h 4977304"/>
              <a:gd name="connsiteX50" fmla="*/ 8962029 w 12217206"/>
              <a:gd name="connsiteY50" fmla="*/ 4515606 h 4977304"/>
              <a:gd name="connsiteX51" fmla="*/ 8957069 w 12217206"/>
              <a:gd name="connsiteY51" fmla="*/ 4513190 h 4977304"/>
              <a:gd name="connsiteX52" fmla="*/ 8889695 w 12217206"/>
              <a:gd name="connsiteY52" fmla="*/ 4533539 h 4977304"/>
              <a:gd name="connsiteX53" fmla="*/ 8746606 w 12217206"/>
              <a:gd name="connsiteY53" fmla="*/ 4530613 h 4977304"/>
              <a:gd name="connsiteX54" fmla="*/ 8702038 w 12217206"/>
              <a:gd name="connsiteY54" fmla="*/ 4532895 h 4977304"/>
              <a:gd name="connsiteX55" fmla="*/ 8590337 w 12217206"/>
              <a:gd name="connsiteY55" fmla="*/ 4542204 h 4977304"/>
              <a:gd name="connsiteX56" fmla="*/ 8519543 w 12217206"/>
              <a:gd name="connsiteY56" fmla="*/ 4526086 h 4977304"/>
              <a:gd name="connsiteX57" fmla="*/ 8505306 w 12217206"/>
              <a:gd name="connsiteY57" fmla="*/ 4532509 h 4977304"/>
              <a:gd name="connsiteX58" fmla="*/ 8500493 w 12217206"/>
              <a:gd name="connsiteY58" fmla="*/ 4535768 h 4977304"/>
              <a:gd name="connsiteX59" fmla="*/ 8492299 w 12217206"/>
              <a:gd name="connsiteY59" fmla="*/ 4538742 h 4977304"/>
              <a:gd name="connsiteX60" fmla="*/ 8491926 w 12217206"/>
              <a:gd name="connsiteY60" fmla="*/ 4538547 h 4977304"/>
              <a:gd name="connsiteX61" fmla="*/ 8484586 w 12217206"/>
              <a:gd name="connsiteY61" fmla="*/ 4541860 h 4977304"/>
              <a:gd name="connsiteX62" fmla="*/ 8361601 w 12217206"/>
              <a:gd name="connsiteY62" fmla="*/ 4557109 h 4977304"/>
              <a:gd name="connsiteX63" fmla="*/ 8348227 w 12217206"/>
              <a:gd name="connsiteY63" fmla="*/ 4557320 h 4977304"/>
              <a:gd name="connsiteX64" fmla="*/ 8346801 w 12217206"/>
              <a:gd name="connsiteY64" fmla="*/ 4556408 h 4977304"/>
              <a:gd name="connsiteX65" fmla="*/ 8308886 w 12217206"/>
              <a:gd name="connsiteY65" fmla="*/ 4575677 h 4977304"/>
              <a:gd name="connsiteX66" fmla="*/ 8289640 w 12217206"/>
              <a:gd name="connsiteY66" fmla="*/ 4590767 h 4977304"/>
              <a:gd name="connsiteX67" fmla="*/ 8278750 w 12217206"/>
              <a:gd name="connsiteY67" fmla="*/ 4597091 h 4977304"/>
              <a:gd name="connsiteX68" fmla="*/ 8277624 w 12217206"/>
              <a:gd name="connsiteY68" fmla="*/ 4601916 h 4977304"/>
              <a:gd name="connsiteX69" fmla="*/ 8260561 w 12217206"/>
              <a:gd name="connsiteY69" fmla="*/ 4609708 h 4977304"/>
              <a:gd name="connsiteX70" fmla="*/ 8257864 w 12217206"/>
              <a:gd name="connsiteY70" fmla="*/ 4609458 h 4977304"/>
              <a:gd name="connsiteX71" fmla="*/ 8246529 w 12217206"/>
              <a:gd name="connsiteY71" fmla="*/ 4620148 h 4977304"/>
              <a:gd name="connsiteX72" fmla="*/ 8240334 w 12217206"/>
              <a:gd name="connsiteY72" fmla="*/ 4634257 h 4977304"/>
              <a:gd name="connsiteX73" fmla="*/ 8084875 w 12217206"/>
              <a:gd name="connsiteY73" fmla="*/ 4684387 h 4977304"/>
              <a:gd name="connsiteX74" fmla="*/ 7900134 w 12217206"/>
              <a:gd name="connsiteY74" fmla="*/ 4729969 h 4977304"/>
              <a:gd name="connsiteX75" fmla="*/ 7713595 w 12217206"/>
              <a:gd name="connsiteY75" fmla="*/ 4757895 h 4977304"/>
              <a:gd name="connsiteX76" fmla="*/ 7609267 w 12217206"/>
              <a:gd name="connsiteY76" fmla="*/ 4754126 h 4977304"/>
              <a:gd name="connsiteX77" fmla="*/ 7522521 w 12217206"/>
              <a:gd name="connsiteY77" fmla="*/ 4760455 h 4977304"/>
              <a:gd name="connsiteX78" fmla="*/ 7514554 w 12217206"/>
              <a:gd name="connsiteY78" fmla="*/ 4763228 h 4977304"/>
              <a:gd name="connsiteX79" fmla="*/ 7502403 w 12217206"/>
              <a:gd name="connsiteY79" fmla="*/ 4764677 h 4977304"/>
              <a:gd name="connsiteX80" fmla="*/ 7502032 w 12217206"/>
              <a:gd name="connsiteY80" fmla="*/ 4764322 h 4977304"/>
              <a:gd name="connsiteX81" fmla="*/ 7490794 w 12217206"/>
              <a:gd name="connsiteY81" fmla="*/ 4766442 h 4977304"/>
              <a:gd name="connsiteX82" fmla="*/ 7400450 w 12217206"/>
              <a:gd name="connsiteY82" fmla="*/ 4757640 h 4977304"/>
              <a:gd name="connsiteX83" fmla="*/ 7307302 w 12217206"/>
              <a:gd name="connsiteY83" fmla="*/ 4747220 h 4977304"/>
              <a:gd name="connsiteX84" fmla="*/ 7305976 w 12217206"/>
              <a:gd name="connsiteY84" fmla="*/ 4745654 h 4977304"/>
              <a:gd name="connsiteX85" fmla="*/ 7213744 w 12217206"/>
              <a:gd name="connsiteY85" fmla="*/ 4773074 h 4977304"/>
              <a:gd name="connsiteX86" fmla="*/ 7196298 w 12217206"/>
              <a:gd name="connsiteY86" fmla="*/ 4778016 h 4977304"/>
              <a:gd name="connsiteX87" fmla="*/ 7192202 w 12217206"/>
              <a:gd name="connsiteY87" fmla="*/ 4783834 h 4977304"/>
              <a:gd name="connsiteX88" fmla="*/ 7166024 w 12217206"/>
              <a:gd name="connsiteY88" fmla="*/ 4788882 h 4977304"/>
              <a:gd name="connsiteX89" fmla="*/ 7092253 w 12217206"/>
              <a:gd name="connsiteY89" fmla="*/ 4802161 h 4977304"/>
              <a:gd name="connsiteX90" fmla="*/ 7013814 w 12217206"/>
              <a:gd name="connsiteY90" fmla="*/ 4801755 h 4977304"/>
              <a:gd name="connsiteX91" fmla="*/ 6899540 w 12217206"/>
              <a:gd name="connsiteY91" fmla="*/ 4833798 h 4977304"/>
              <a:gd name="connsiteX92" fmla="*/ 6703746 w 12217206"/>
              <a:gd name="connsiteY92" fmla="*/ 4864157 h 4977304"/>
              <a:gd name="connsiteX93" fmla="*/ 6545085 w 12217206"/>
              <a:gd name="connsiteY93" fmla="*/ 4895408 h 4977304"/>
              <a:gd name="connsiteX94" fmla="*/ 6313345 w 12217206"/>
              <a:gd name="connsiteY94" fmla="*/ 4946232 h 4977304"/>
              <a:gd name="connsiteX95" fmla="*/ 6164558 w 12217206"/>
              <a:gd name="connsiteY95" fmla="*/ 4948498 h 4977304"/>
              <a:gd name="connsiteX96" fmla="*/ 6069796 w 12217206"/>
              <a:gd name="connsiteY96" fmla="*/ 4970720 h 4977304"/>
              <a:gd name="connsiteX97" fmla="*/ 6064481 w 12217206"/>
              <a:gd name="connsiteY97" fmla="*/ 4969051 h 4977304"/>
              <a:gd name="connsiteX98" fmla="*/ 6044602 w 12217206"/>
              <a:gd name="connsiteY98" fmla="*/ 4969792 h 4977304"/>
              <a:gd name="connsiteX99" fmla="*/ 6037252 w 12217206"/>
              <a:gd name="connsiteY99" fmla="*/ 4960726 h 4977304"/>
              <a:gd name="connsiteX100" fmla="*/ 6006081 w 12217206"/>
              <a:gd name="connsiteY100" fmla="*/ 4955195 h 4977304"/>
              <a:gd name="connsiteX101" fmla="*/ 5920065 w 12217206"/>
              <a:gd name="connsiteY101" fmla="*/ 4944866 h 4977304"/>
              <a:gd name="connsiteX102" fmla="*/ 5755077 w 12217206"/>
              <a:gd name="connsiteY102" fmla="*/ 4976193 h 4977304"/>
              <a:gd name="connsiteX103" fmla="*/ 5623207 w 12217206"/>
              <a:gd name="connsiteY103" fmla="*/ 4977304 h 4977304"/>
              <a:gd name="connsiteX104" fmla="*/ 5467256 w 12217206"/>
              <a:gd name="connsiteY104" fmla="*/ 4962079 h 4977304"/>
              <a:gd name="connsiteX105" fmla="*/ 5429137 w 12217206"/>
              <a:gd name="connsiteY105" fmla="*/ 4949858 h 4977304"/>
              <a:gd name="connsiteX106" fmla="*/ 5378078 w 12217206"/>
              <a:gd name="connsiteY106" fmla="*/ 4930634 h 4977304"/>
              <a:gd name="connsiteX107" fmla="*/ 5258253 w 12217206"/>
              <a:gd name="connsiteY107" fmla="*/ 4908461 h 4977304"/>
              <a:gd name="connsiteX108" fmla="*/ 5219477 w 12217206"/>
              <a:gd name="connsiteY108" fmla="*/ 4896381 h 4977304"/>
              <a:gd name="connsiteX109" fmla="*/ 5171208 w 12217206"/>
              <a:gd name="connsiteY109" fmla="*/ 4893134 h 4977304"/>
              <a:gd name="connsiteX110" fmla="*/ 5153115 w 12217206"/>
              <a:gd name="connsiteY110" fmla="*/ 4885290 h 4977304"/>
              <a:gd name="connsiteX111" fmla="*/ 5139168 w 12217206"/>
              <a:gd name="connsiteY111" fmla="*/ 4881597 h 4977304"/>
              <a:gd name="connsiteX112" fmla="*/ 5136167 w 12217206"/>
              <a:gd name="connsiteY112" fmla="*/ 4879315 h 4977304"/>
              <a:gd name="connsiteX113" fmla="*/ 5118243 w 12217206"/>
              <a:gd name="connsiteY113" fmla="*/ 4867529 h 4977304"/>
              <a:gd name="connsiteX114" fmla="*/ 5062411 w 12217206"/>
              <a:gd name="connsiteY114" fmla="*/ 4874665 h 4977304"/>
              <a:gd name="connsiteX115" fmla="*/ 5008170 w 12217206"/>
              <a:gd name="connsiteY115" fmla="*/ 4856876 h 4977304"/>
              <a:gd name="connsiteX116" fmla="*/ 4837210 w 12217206"/>
              <a:gd name="connsiteY116" fmla="*/ 4830794 h 4977304"/>
              <a:gd name="connsiteX117" fmla="*/ 4759270 w 12217206"/>
              <a:gd name="connsiteY117" fmla="*/ 4800638 h 4977304"/>
              <a:gd name="connsiteX118" fmla="*/ 4720035 w 12217206"/>
              <a:gd name="connsiteY118" fmla="*/ 4790848 h 4977304"/>
              <a:gd name="connsiteX119" fmla="*/ 4718027 w 12217206"/>
              <a:gd name="connsiteY119" fmla="*/ 4790035 h 4977304"/>
              <a:gd name="connsiteX120" fmla="*/ 4718961 w 12217206"/>
              <a:gd name="connsiteY120" fmla="*/ 4789806 h 4977304"/>
              <a:gd name="connsiteX121" fmla="*/ 4714055 w 12217206"/>
              <a:gd name="connsiteY121" fmla="*/ 4788426 h 4977304"/>
              <a:gd name="connsiteX122" fmla="*/ 4718027 w 12217206"/>
              <a:gd name="connsiteY122" fmla="*/ 4790035 h 4977304"/>
              <a:gd name="connsiteX123" fmla="*/ 4712381 w 12217206"/>
              <a:gd name="connsiteY123" fmla="*/ 4791420 h 4977304"/>
              <a:gd name="connsiteX124" fmla="*/ 4512801 w 12217206"/>
              <a:gd name="connsiteY124" fmla="*/ 4780666 h 4977304"/>
              <a:gd name="connsiteX125" fmla="*/ 4425588 w 12217206"/>
              <a:gd name="connsiteY125" fmla="*/ 4769100 h 4977304"/>
              <a:gd name="connsiteX126" fmla="*/ 4314086 w 12217206"/>
              <a:gd name="connsiteY126" fmla="*/ 4774822 h 4977304"/>
              <a:gd name="connsiteX127" fmla="*/ 4312230 w 12217206"/>
              <a:gd name="connsiteY127" fmla="*/ 4773365 h 4977304"/>
              <a:gd name="connsiteX128" fmla="*/ 4292278 w 12217206"/>
              <a:gd name="connsiteY128" fmla="*/ 4771325 h 4977304"/>
              <a:gd name="connsiteX129" fmla="*/ 4287201 w 12217206"/>
              <a:gd name="connsiteY129" fmla="*/ 4774493 h 4977304"/>
              <a:gd name="connsiteX130" fmla="*/ 4273289 w 12217206"/>
              <a:gd name="connsiteY130" fmla="*/ 4774225 h 4977304"/>
              <a:gd name="connsiteX131" fmla="*/ 4245283 w 12217206"/>
              <a:gd name="connsiteY131" fmla="*/ 4776749 h 4977304"/>
              <a:gd name="connsiteX132" fmla="*/ 4199245 w 12217206"/>
              <a:gd name="connsiteY132" fmla="*/ 4773714 h 4977304"/>
              <a:gd name="connsiteX133" fmla="*/ 4198941 w 12217206"/>
              <a:gd name="connsiteY133" fmla="*/ 4772347 h 4977304"/>
              <a:gd name="connsiteX134" fmla="*/ 4188453 w 12217206"/>
              <a:gd name="connsiteY134" fmla="*/ 4766228 h 4977304"/>
              <a:gd name="connsiteX135" fmla="*/ 4139982 w 12217206"/>
              <a:gd name="connsiteY135" fmla="*/ 4748999 h 4977304"/>
              <a:gd name="connsiteX136" fmla="*/ 4080374 w 12217206"/>
              <a:gd name="connsiteY136" fmla="*/ 4720184 h 4977304"/>
              <a:gd name="connsiteX137" fmla="*/ 4071828 w 12217206"/>
              <a:gd name="connsiteY137" fmla="*/ 4719278 h 4977304"/>
              <a:gd name="connsiteX138" fmla="*/ 4071710 w 12217206"/>
              <a:gd name="connsiteY138" fmla="*/ 4718953 h 4977304"/>
              <a:gd name="connsiteX139" fmla="*/ 4056247 w 12217206"/>
              <a:gd name="connsiteY139" fmla="*/ 4717622 h 4977304"/>
              <a:gd name="connsiteX140" fmla="*/ 4039668 w 12217206"/>
              <a:gd name="connsiteY140" fmla="*/ 4715861 h 4977304"/>
              <a:gd name="connsiteX141" fmla="*/ 4034303 w 12217206"/>
              <a:gd name="connsiteY141" fmla="*/ 4713218 h 4977304"/>
              <a:gd name="connsiteX142" fmla="*/ 4032672 w 12217206"/>
              <a:gd name="connsiteY142" fmla="*/ 4709236 h 4977304"/>
              <a:gd name="connsiteX143" fmla="*/ 4031088 w 12217206"/>
              <a:gd name="connsiteY143" fmla="*/ 4709491 h 4977304"/>
              <a:gd name="connsiteX144" fmla="*/ 4001867 w 12217206"/>
              <a:gd name="connsiteY144" fmla="*/ 4695842 h 4977304"/>
              <a:gd name="connsiteX145" fmla="*/ 3934220 w 12217206"/>
              <a:gd name="connsiteY145" fmla="*/ 4676884 h 4977304"/>
              <a:gd name="connsiteX146" fmla="*/ 3894676 w 12217206"/>
              <a:gd name="connsiteY146" fmla="*/ 4670743 h 4977304"/>
              <a:gd name="connsiteX147" fmla="*/ 3787232 w 12217206"/>
              <a:gd name="connsiteY147" fmla="*/ 4648764 h 4977304"/>
              <a:gd name="connsiteX148" fmla="*/ 3680057 w 12217206"/>
              <a:gd name="connsiteY148" fmla="*/ 4622784 h 4977304"/>
              <a:gd name="connsiteX149" fmla="*/ 3607627 w 12217206"/>
              <a:gd name="connsiteY149" fmla="*/ 4587738 h 4977304"/>
              <a:gd name="connsiteX150" fmla="*/ 3601451 w 12217206"/>
              <a:gd name="connsiteY150" fmla="*/ 4589218 h 4977304"/>
              <a:gd name="connsiteX151" fmla="*/ 3592338 w 12217206"/>
              <a:gd name="connsiteY151" fmla="*/ 4589396 h 4977304"/>
              <a:gd name="connsiteX152" fmla="*/ 3592104 w 12217206"/>
              <a:gd name="connsiteY152" fmla="*/ 4589103 h 4977304"/>
              <a:gd name="connsiteX153" fmla="*/ 3583586 w 12217206"/>
              <a:gd name="connsiteY153" fmla="*/ 4589853 h 4977304"/>
              <a:gd name="connsiteX154" fmla="*/ 3533777 w 12217206"/>
              <a:gd name="connsiteY154" fmla="*/ 4579320 h 4977304"/>
              <a:gd name="connsiteX155" fmla="*/ 3470906 w 12217206"/>
              <a:gd name="connsiteY155" fmla="*/ 4575344 h 4977304"/>
              <a:gd name="connsiteX156" fmla="*/ 3398460 w 12217206"/>
              <a:gd name="connsiteY156" fmla="*/ 4562260 h 4977304"/>
              <a:gd name="connsiteX157" fmla="*/ 3361644 w 12217206"/>
              <a:gd name="connsiteY157" fmla="*/ 4580670 h 4977304"/>
              <a:gd name="connsiteX158" fmla="*/ 3341795 w 12217206"/>
              <a:gd name="connsiteY158" fmla="*/ 4582496 h 4977304"/>
              <a:gd name="connsiteX159" fmla="*/ 3339469 w 12217206"/>
              <a:gd name="connsiteY159" fmla="*/ 4581438 h 4977304"/>
              <a:gd name="connsiteX160" fmla="*/ 3260180 w 12217206"/>
              <a:gd name="connsiteY160" fmla="*/ 4587820 h 4977304"/>
              <a:gd name="connsiteX161" fmla="*/ 3140460 w 12217206"/>
              <a:gd name="connsiteY161" fmla="*/ 4596263 h 4977304"/>
              <a:gd name="connsiteX162" fmla="*/ 3028270 w 12217206"/>
              <a:gd name="connsiteY162" fmla="*/ 4599134 h 4977304"/>
              <a:gd name="connsiteX163" fmla="*/ 2779714 w 12217206"/>
              <a:gd name="connsiteY163" fmla="*/ 4622831 h 4977304"/>
              <a:gd name="connsiteX164" fmla="*/ 2649525 w 12217206"/>
              <a:gd name="connsiteY164" fmla="*/ 4658086 h 4977304"/>
              <a:gd name="connsiteX165" fmla="*/ 2566315 w 12217206"/>
              <a:gd name="connsiteY165" fmla="*/ 4605776 h 4977304"/>
              <a:gd name="connsiteX166" fmla="*/ 2441626 w 12217206"/>
              <a:gd name="connsiteY166" fmla="*/ 4620872 h 4977304"/>
              <a:gd name="connsiteX167" fmla="*/ 2313568 w 12217206"/>
              <a:gd name="connsiteY167" fmla="*/ 4630067 h 4977304"/>
              <a:gd name="connsiteX168" fmla="*/ 2207105 w 12217206"/>
              <a:gd name="connsiteY168" fmla="*/ 4624384 h 4977304"/>
              <a:gd name="connsiteX169" fmla="*/ 2093268 w 12217206"/>
              <a:gd name="connsiteY169" fmla="*/ 4606236 h 4977304"/>
              <a:gd name="connsiteX170" fmla="*/ 1996024 w 12217206"/>
              <a:gd name="connsiteY170" fmla="*/ 4597526 h 4977304"/>
              <a:gd name="connsiteX171" fmla="*/ 1926886 w 12217206"/>
              <a:gd name="connsiteY171" fmla="*/ 4621358 h 4977304"/>
              <a:gd name="connsiteX172" fmla="*/ 1920368 w 12217206"/>
              <a:gd name="connsiteY172" fmla="*/ 4616112 h 4977304"/>
              <a:gd name="connsiteX173" fmla="*/ 1871831 w 12217206"/>
              <a:gd name="connsiteY173" fmla="*/ 4617844 h 4977304"/>
              <a:gd name="connsiteX174" fmla="*/ 1785463 w 12217206"/>
              <a:gd name="connsiteY174" fmla="*/ 4647841 h 4977304"/>
              <a:gd name="connsiteX175" fmla="*/ 1737045 w 12217206"/>
              <a:gd name="connsiteY175" fmla="*/ 4642356 h 4977304"/>
              <a:gd name="connsiteX176" fmla="*/ 1673954 w 12217206"/>
              <a:gd name="connsiteY176" fmla="*/ 4624601 h 4977304"/>
              <a:gd name="connsiteX177" fmla="*/ 1602834 w 12217206"/>
              <a:gd name="connsiteY177" fmla="*/ 4640924 h 4977304"/>
              <a:gd name="connsiteX178" fmla="*/ 1490351 w 12217206"/>
              <a:gd name="connsiteY178" fmla="*/ 4613132 h 4977304"/>
              <a:gd name="connsiteX179" fmla="*/ 1149212 w 12217206"/>
              <a:gd name="connsiteY179" fmla="*/ 4564210 h 4977304"/>
              <a:gd name="connsiteX180" fmla="*/ 938574 w 12217206"/>
              <a:gd name="connsiteY180" fmla="*/ 4566821 h 4977304"/>
              <a:gd name="connsiteX181" fmla="*/ 857697 w 12217206"/>
              <a:gd name="connsiteY181" fmla="*/ 4525391 h 4977304"/>
              <a:gd name="connsiteX182" fmla="*/ 836981 w 12217206"/>
              <a:gd name="connsiteY182" fmla="*/ 4526708 h 4977304"/>
              <a:gd name="connsiteX183" fmla="*/ 816264 w 12217206"/>
              <a:gd name="connsiteY183" fmla="*/ 4524575 h 4977304"/>
              <a:gd name="connsiteX184" fmla="*/ 810965 w 12217206"/>
              <a:gd name="connsiteY184" fmla="*/ 4527718 h 4977304"/>
              <a:gd name="connsiteX185" fmla="*/ 796509 w 12217206"/>
              <a:gd name="connsiteY185" fmla="*/ 4527387 h 4977304"/>
              <a:gd name="connsiteX186" fmla="*/ 767389 w 12217206"/>
              <a:gd name="connsiteY186" fmla="*/ 4529784 h 4977304"/>
              <a:gd name="connsiteX187" fmla="*/ 762544 w 12217206"/>
              <a:gd name="connsiteY187" fmla="*/ 4527372 h 4977304"/>
              <a:gd name="connsiteX188" fmla="*/ 719567 w 12217206"/>
              <a:gd name="connsiteY188" fmla="*/ 4526534 h 4977304"/>
              <a:gd name="connsiteX189" fmla="*/ 719262 w 12217206"/>
              <a:gd name="connsiteY189" fmla="*/ 4525164 h 4977304"/>
              <a:gd name="connsiteX190" fmla="*/ 708402 w 12217206"/>
              <a:gd name="connsiteY190" fmla="*/ 4518999 h 4977304"/>
              <a:gd name="connsiteX191" fmla="*/ 596394 w 12217206"/>
              <a:gd name="connsiteY191" fmla="*/ 4472455 h 4977304"/>
              <a:gd name="connsiteX192" fmla="*/ 578149 w 12217206"/>
              <a:gd name="connsiteY192" fmla="*/ 4469575 h 4977304"/>
              <a:gd name="connsiteX193" fmla="*/ 571336 w 12217206"/>
              <a:gd name="connsiteY193" fmla="*/ 4469781 h 4977304"/>
              <a:gd name="connsiteX194" fmla="*/ 444802 w 12217206"/>
              <a:gd name="connsiteY194" fmla="*/ 4428480 h 4977304"/>
              <a:gd name="connsiteX195" fmla="*/ 403746 w 12217206"/>
              <a:gd name="connsiteY195" fmla="*/ 4422157 h 4977304"/>
              <a:gd name="connsiteX196" fmla="*/ 292240 w 12217206"/>
              <a:gd name="connsiteY196" fmla="*/ 4399681 h 4977304"/>
              <a:gd name="connsiteX197" fmla="*/ 118302 w 12217206"/>
              <a:gd name="connsiteY197" fmla="*/ 4343421 h 4977304"/>
              <a:gd name="connsiteX198" fmla="*/ 15516 w 12217206"/>
              <a:gd name="connsiteY198" fmla="*/ 4340320 h 4977304"/>
              <a:gd name="connsiteX199" fmla="*/ 2 w 12217206"/>
              <a:gd name="connsiteY199" fmla="*/ 4334381 h 4977304"/>
              <a:gd name="connsiteX200" fmla="*/ 2 w 12217206"/>
              <a:gd name="connsiteY200" fmla="*/ 3589361 h 4977304"/>
              <a:gd name="connsiteX201" fmla="*/ 0 w 12217206"/>
              <a:gd name="connsiteY201" fmla="*/ 3589361 h 4977304"/>
              <a:gd name="connsiteX202" fmla="*/ 0 w 12217206"/>
              <a:gd name="connsiteY202" fmla="*/ 3513036 h 4977304"/>
              <a:gd name="connsiteX203" fmla="*/ 0 w 12217206"/>
              <a:gd name="connsiteY203" fmla="*/ 2672265 h 4977304"/>
              <a:gd name="connsiteX0" fmla="*/ 0 w 12217206"/>
              <a:gd name="connsiteY0" fmla="*/ 0 h 4977304"/>
              <a:gd name="connsiteX1" fmla="*/ 12192000 w 12217206"/>
              <a:gd name="connsiteY1" fmla="*/ 0 h 4977304"/>
              <a:gd name="connsiteX2" fmla="*/ 12192000 w 12217206"/>
              <a:gd name="connsiteY2" fmla="*/ 2726958 h 4977304"/>
              <a:gd name="connsiteX3" fmla="*/ 12217206 w 12217206"/>
              <a:gd name="connsiteY3" fmla="*/ 2896463 h 4977304"/>
              <a:gd name="connsiteX4" fmla="*/ 12192000 w 12217206"/>
              <a:gd name="connsiteY4" fmla="*/ 2864054 h 4977304"/>
              <a:gd name="connsiteX5" fmla="*/ 12198158 w 12217206"/>
              <a:gd name="connsiteY5" fmla="*/ 3664565 h 4977304"/>
              <a:gd name="connsiteX6" fmla="*/ 12132764 w 12217206"/>
              <a:gd name="connsiteY6" fmla="*/ 3748492 h 4977304"/>
              <a:gd name="connsiteX7" fmla="*/ 12053056 w 12217206"/>
              <a:gd name="connsiteY7" fmla="*/ 3749753 h 4977304"/>
              <a:gd name="connsiteX8" fmla="*/ 11938513 w 12217206"/>
              <a:gd name="connsiteY8" fmla="*/ 3754367 h 4977304"/>
              <a:gd name="connsiteX9" fmla="*/ 11853342 w 12217206"/>
              <a:gd name="connsiteY9" fmla="*/ 3782688 h 4977304"/>
              <a:gd name="connsiteX10" fmla="*/ 11704569 w 12217206"/>
              <a:gd name="connsiteY10" fmla="*/ 3839336 h 4977304"/>
              <a:gd name="connsiteX11" fmla="*/ 11577641 w 12217206"/>
              <a:gd name="connsiteY11" fmla="*/ 3885996 h 4977304"/>
              <a:gd name="connsiteX12" fmla="*/ 11508791 w 12217206"/>
              <a:gd name="connsiteY12" fmla="*/ 3969283 h 4977304"/>
              <a:gd name="connsiteX13" fmla="*/ 11388373 w 12217206"/>
              <a:gd name="connsiteY13" fmla="*/ 4027440 h 4977304"/>
              <a:gd name="connsiteX14" fmla="*/ 11276406 w 12217206"/>
              <a:gd name="connsiteY14" fmla="*/ 4056099 h 4977304"/>
              <a:gd name="connsiteX15" fmla="*/ 11190251 w 12217206"/>
              <a:gd name="connsiteY15" fmla="*/ 4073272 h 4977304"/>
              <a:gd name="connsiteX16" fmla="*/ 11139995 w 12217206"/>
              <a:gd name="connsiteY16" fmla="*/ 4081811 h 4977304"/>
              <a:gd name="connsiteX17" fmla="*/ 11040727 w 12217206"/>
              <a:gd name="connsiteY17" fmla="*/ 4081109 h 4977304"/>
              <a:gd name="connsiteX18" fmla="*/ 10969005 w 12217206"/>
              <a:gd name="connsiteY18" fmla="*/ 4091154 h 4977304"/>
              <a:gd name="connsiteX19" fmla="*/ 10899772 w 12217206"/>
              <a:gd name="connsiteY19" fmla="*/ 4122857 h 4977304"/>
              <a:gd name="connsiteX20" fmla="*/ 10838983 w 12217206"/>
              <a:gd name="connsiteY20" fmla="*/ 4155791 h 4977304"/>
              <a:gd name="connsiteX21" fmla="*/ 10769520 w 12217206"/>
              <a:gd name="connsiteY21" fmla="*/ 4198574 h 4977304"/>
              <a:gd name="connsiteX22" fmla="*/ 10570843 w 12217206"/>
              <a:gd name="connsiteY22" fmla="*/ 4255424 h 4977304"/>
              <a:gd name="connsiteX23" fmla="*/ 10512263 w 12217206"/>
              <a:gd name="connsiteY23" fmla="*/ 4291698 h 4977304"/>
              <a:gd name="connsiteX24" fmla="*/ 10439016 w 12217206"/>
              <a:gd name="connsiteY24" fmla="*/ 4293933 h 4977304"/>
              <a:gd name="connsiteX25" fmla="*/ 10376941 w 12217206"/>
              <a:gd name="connsiteY25" fmla="*/ 4298111 h 4977304"/>
              <a:gd name="connsiteX26" fmla="*/ 10329960 w 12217206"/>
              <a:gd name="connsiteY26" fmla="*/ 4298774 h 4977304"/>
              <a:gd name="connsiteX27" fmla="*/ 10254256 w 12217206"/>
              <a:gd name="connsiteY27" fmla="*/ 4309364 h 4977304"/>
              <a:gd name="connsiteX28" fmla="*/ 10119745 w 12217206"/>
              <a:gd name="connsiteY28" fmla="*/ 4321869 h 4977304"/>
              <a:gd name="connsiteX29" fmla="*/ 10075444 w 12217206"/>
              <a:gd name="connsiteY29" fmla="*/ 4324144 h 4977304"/>
              <a:gd name="connsiteX30" fmla="*/ 10032543 w 12217206"/>
              <a:gd name="connsiteY30" fmla="*/ 4322337 h 4977304"/>
              <a:gd name="connsiteX31" fmla="*/ 9953375 w 12217206"/>
              <a:gd name="connsiteY31" fmla="*/ 4339186 h 4977304"/>
              <a:gd name="connsiteX32" fmla="*/ 9841223 w 12217206"/>
              <a:gd name="connsiteY32" fmla="*/ 4346536 h 4977304"/>
              <a:gd name="connsiteX33" fmla="*/ 9721820 w 12217206"/>
              <a:gd name="connsiteY33" fmla="*/ 4368481 h 4977304"/>
              <a:gd name="connsiteX34" fmla="*/ 9578114 w 12217206"/>
              <a:gd name="connsiteY34" fmla="*/ 4380883 h 4977304"/>
              <a:gd name="connsiteX35" fmla="*/ 9336820 w 12217206"/>
              <a:gd name="connsiteY35" fmla="*/ 4430514 h 4977304"/>
              <a:gd name="connsiteX36" fmla="*/ 9272837 w 12217206"/>
              <a:gd name="connsiteY36" fmla="*/ 4491645 h 4977304"/>
              <a:gd name="connsiteX37" fmla="*/ 9188677 w 12217206"/>
              <a:gd name="connsiteY37" fmla="*/ 4497828 h 4977304"/>
              <a:gd name="connsiteX38" fmla="*/ 9183116 w 12217206"/>
              <a:gd name="connsiteY38" fmla="*/ 4507862 h 4977304"/>
              <a:gd name="connsiteX39" fmla="*/ 9145128 w 12217206"/>
              <a:gd name="connsiteY39" fmla="*/ 4520027 h 4977304"/>
              <a:gd name="connsiteX40" fmla="*/ 9144106 w 12217206"/>
              <a:gd name="connsiteY40" fmla="*/ 4518870 h 4977304"/>
              <a:gd name="connsiteX41" fmla="*/ 9131223 w 12217206"/>
              <a:gd name="connsiteY41" fmla="*/ 4516515 h 4977304"/>
              <a:gd name="connsiteX42" fmla="*/ 9107733 w 12217206"/>
              <a:gd name="connsiteY42" fmla="*/ 4515031 h 4977304"/>
              <a:gd name="connsiteX43" fmla="*/ 9047414 w 12217206"/>
              <a:gd name="connsiteY43" fmla="*/ 4506003 h 4977304"/>
              <a:gd name="connsiteX44" fmla="*/ 8999479 w 12217206"/>
              <a:gd name="connsiteY44" fmla="*/ 4509570 h 4977304"/>
              <a:gd name="connsiteX45" fmla="*/ 8999194 w 12217206"/>
              <a:gd name="connsiteY45" fmla="*/ 4509309 h 4977304"/>
              <a:gd name="connsiteX46" fmla="*/ 8990231 w 12217206"/>
              <a:gd name="connsiteY46" fmla="*/ 4510625 h 4977304"/>
              <a:gd name="connsiteX47" fmla="*/ 8984397 w 12217206"/>
              <a:gd name="connsiteY47" fmla="*/ 4512863 h 4977304"/>
              <a:gd name="connsiteX48" fmla="*/ 8968351 w 12217206"/>
              <a:gd name="connsiteY48" fmla="*/ 4516366 h 4977304"/>
              <a:gd name="connsiteX49" fmla="*/ 8962029 w 12217206"/>
              <a:gd name="connsiteY49" fmla="*/ 4515606 h 4977304"/>
              <a:gd name="connsiteX50" fmla="*/ 8957069 w 12217206"/>
              <a:gd name="connsiteY50" fmla="*/ 4513190 h 4977304"/>
              <a:gd name="connsiteX51" fmla="*/ 8889695 w 12217206"/>
              <a:gd name="connsiteY51" fmla="*/ 4533539 h 4977304"/>
              <a:gd name="connsiteX52" fmla="*/ 8746606 w 12217206"/>
              <a:gd name="connsiteY52" fmla="*/ 4530613 h 4977304"/>
              <a:gd name="connsiteX53" fmla="*/ 8702038 w 12217206"/>
              <a:gd name="connsiteY53" fmla="*/ 4532895 h 4977304"/>
              <a:gd name="connsiteX54" fmla="*/ 8590337 w 12217206"/>
              <a:gd name="connsiteY54" fmla="*/ 4542204 h 4977304"/>
              <a:gd name="connsiteX55" fmla="*/ 8519543 w 12217206"/>
              <a:gd name="connsiteY55" fmla="*/ 4526086 h 4977304"/>
              <a:gd name="connsiteX56" fmla="*/ 8505306 w 12217206"/>
              <a:gd name="connsiteY56" fmla="*/ 4532509 h 4977304"/>
              <a:gd name="connsiteX57" fmla="*/ 8500493 w 12217206"/>
              <a:gd name="connsiteY57" fmla="*/ 4535768 h 4977304"/>
              <a:gd name="connsiteX58" fmla="*/ 8492299 w 12217206"/>
              <a:gd name="connsiteY58" fmla="*/ 4538742 h 4977304"/>
              <a:gd name="connsiteX59" fmla="*/ 8491926 w 12217206"/>
              <a:gd name="connsiteY59" fmla="*/ 4538547 h 4977304"/>
              <a:gd name="connsiteX60" fmla="*/ 8484586 w 12217206"/>
              <a:gd name="connsiteY60" fmla="*/ 4541860 h 4977304"/>
              <a:gd name="connsiteX61" fmla="*/ 8361601 w 12217206"/>
              <a:gd name="connsiteY61" fmla="*/ 4557109 h 4977304"/>
              <a:gd name="connsiteX62" fmla="*/ 8348227 w 12217206"/>
              <a:gd name="connsiteY62" fmla="*/ 4557320 h 4977304"/>
              <a:gd name="connsiteX63" fmla="*/ 8346801 w 12217206"/>
              <a:gd name="connsiteY63" fmla="*/ 4556408 h 4977304"/>
              <a:gd name="connsiteX64" fmla="*/ 8308886 w 12217206"/>
              <a:gd name="connsiteY64" fmla="*/ 4575677 h 4977304"/>
              <a:gd name="connsiteX65" fmla="*/ 8289640 w 12217206"/>
              <a:gd name="connsiteY65" fmla="*/ 4590767 h 4977304"/>
              <a:gd name="connsiteX66" fmla="*/ 8278750 w 12217206"/>
              <a:gd name="connsiteY66" fmla="*/ 4597091 h 4977304"/>
              <a:gd name="connsiteX67" fmla="*/ 8277624 w 12217206"/>
              <a:gd name="connsiteY67" fmla="*/ 4601916 h 4977304"/>
              <a:gd name="connsiteX68" fmla="*/ 8260561 w 12217206"/>
              <a:gd name="connsiteY68" fmla="*/ 4609708 h 4977304"/>
              <a:gd name="connsiteX69" fmla="*/ 8257864 w 12217206"/>
              <a:gd name="connsiteY69" fmla="*/ 4609458 h 4977304"/>
              <a:gd name="connsiteX70" fmla="*/ 8246529 w 12217206"/>
              <a:gd name="connsiteY70" fmla="*/ 4620148 h 4977304"/>
              <a:gd name="connsiteX71" fmla="*/ 8240334 w 12217206"/>
              <a:gd name="connsiteY71" fmla="*/ 4634257 h 4977304"/>
              <a:gd name="connsiteX72" fmla="*/ 8084875 w 12217206"/>
              <a:gd name="connsiteY72" fmla="*/ 4684387 h 4977304"/>
              <a:gd name="connsiteX73" fmla="*/ 7900134 w 12217206"/>
              <a:gd name="connsiteY73" fmla="*/ 4729969 h 4977304"/>
              <a:gd name="connsiteX74" fmla="*/ 7713595 w 12217206"/>
              <a:gd name="connsiteY74" fmla="*/ 4757895 h 4977304"/>
              <a:gd name="connsiteX75" fmla="*/ 7609267 w 12217206"/>
              <a:gd name="connsiteY75" fmla="*/ 4754126 h 4977304"/>
              <a:gd name="connsiteX76" fmla="*/ 7522521 w 12217206"/>
              <a:gd name="connsiteY76" fmla="*/ 4760455 h 4977304"/>
              <a:gd name="connsiteX77" fmla="*/ 7514554 w 12217206"/>
              <a:gd name="connsiteY77" fmla="*/ 4763228 h 4977304"/>
              <a:gd name="connsiteX78" fmla="*/ 7502403 w 12217206"/>
              <a:gd name="connsiteY78" fmla="*/ 4764677 h 4977304"/>
              <a:gd name="connsiteX79" fmla="*/ 7502032 w 12217206"/>
              <a:gd name="connsiteY79" fmla="*/ 4764322 h 4977304"/>
              <a:gd name="connsiteX80" fmla="*/ 7490794 w 12217206"/>
              <a:gd name="connsiteY80" fmla="*/ 4766442 h 4977304"/>
              <a:gd name="connsiteX81" fmla="*/ 7400450 w 12217206"/>
              <a:gd name="connsiteY81" fmla="*/ 4757640 h 4977304"/>
              <a:gd name="connsiteX82" fmla="*/ 7307302 w 12217206"/>
              <a:gd name="connsiteY82" fmla="*/ 4747220 h 4977304"/>
              <a:gd name="connsiteX83" fmla="*/ 7305976 w 12217206"/>
              <a:gd name="connsiteY83" fmla="*/ 4745654 h 4977304"/>
              <a:gd name="connsiteX84" fmla="*/ 7213744 w 12217206"/>
              <a:gd name="connsiteY84" fmla="*/ 4773074 h 4977304"/>
              <a:gd name="connsiteX85" fmla="*/ 7196298 w 12217206"/>
              <a:gd name="connsiteY85" fmla="*/ 4778016 h 4977304"/>
              <a:gd name="connsiteX86" fmla="*/ 7192202 w 12217206"/>
              <a:gd name="connsiteY86" fmla="*/ 4783834 h 4977304"/>
              <a:gd name="connsiteX87" fmla="*/ 7166024 w 12217206"/>
              <a:gd name="connsiteY87" fmla="*/ 4788882 h 4977304"/>
              <a:gd name="connsiteX88" fmla="*/ 7092253 w 12217206"/>
              <a:gd name="connsiteY88" fmla="*/ 4802161 h 4977304"/>
              <a:gd name="connsiteX89" fmla="*/ 7013814 w 12217206"/>
              <a:gd name="connsiteY89" fmla="*/ 4801755 h 4977304"/>
              <a:gd name="connsiteX90" fmla="*/ 6899540 w 12217206"/>
              <a:gd name="connsiteY90" fmla="*/ 4833798 h 4977304"/>
              <a:gd name="connsiteX91" fmla="*/ 6703746 w 12217206"/>
              <a:gd name="connsiteY91" fmla="*/ 4864157 h 4977304"/>
              <a:gd name="connsiteX92" fmla="*/ 6545085 w 12217206"/>
              <a:gd name="connsiteY92" fmla="*/ 4895408 h 4977304"/>
              <a:gd name="connsiteX93" fmla="*/ 6313345 w 12217206"/>
              <a:gd name="connsiteY93" fmla="*/ 4946232 h 4977304"/>
              <a:gd name="connsiteX94" fmla="*/ 6164558 w 12217206"/>
              <a:gd name="connsiteY94" fmla="*/ 4948498 h 4977304"/>
              <a:gd name="connsiteX95" fmla="*/ 6069796 w 12217206"/>
              <a:gd name="connsiteY95" fmla="*/ 4970720 h 4977304"/>
              <a:gd name="connsiteX96" fmla="*/ 6064481 w 12217206"/>
              <a:gd name="connsiteY96" fmla="*/ 4969051 h 4977304"/>
              <a:gd name="connsiteX97" fmla="*/ 6044602 w 12217206"/>
              <a:gd name="connsiteY97" fmla="*/ 4969792 h 4977304"/>
              <a:gd name="connsiteX98" fmla="*/ 6037252 w 12217206"/>
              <a:gd name="connsiteY98" fmla="*/ 4960726 h 4977304"/>
              <a:gd name="connsiteX99" fmla="*/ 6006081 w 12217206"/>
              <a:gd name="connsiteY99" fmla="*/ 4955195 h 4977304"/>
              <a:gd name="connsiteX100" fmla="*/ 5920065 w 12217206"/>
              <a:gd name="connsiteY100" fmla="*/ 4944866 h 4977304"/>
              <a:gd name="connsiteX101" fmla="*/ 5755077 w 12217206"/>
              <a:gd name="connsiteY101" fmla="*/ 4976193 h 4977304"/>
              <a:gd name="connsiteX102" fmla="*/ 5623207 w 12217206"/>
              <a:gd name="connsiteY102" fmla="*/ 4977304 h 4977304"/>
              <a:gd name="connsiteX103" fmla="*/ 5467256 w 12217206"/>
              <a:gd name="connsiteY103" fmla="*/ 4962079 h 4977304"/>
              <a:gd name="connsiteX104" fmla="*/ 5429137 w 12217206"/>
              <a:gd name="connsiteY104" fmla="*/ 4949858 h 4977304"/>
              <a:gd name="connsiteX105" fmla="*/ 5378078 w 12217206"/>
              <a:gd name="connsiteY105" fmla="*/ 4930634 h 4977304"/>
              <a:gd name="connsiteX106" fmla="*/ 5258253 w 12217206"/>
              <a:gd name="connsiteY106" fmla="*/ 4908461 h 4977304"/>
              <a:gd name="connsiteX107" fmla="*/ 5219477 w 12217206"/>
              <a:gd name="connsiteY107" fmla="*/ 4896381 h 4977304"/>
              <a:gd name="connsiteX108" fmla="*/ 5171208 w 12217206"/>
              <a:gd name="connsiteY108" fmla="*/ 4893134 h 4977304"/>
              <a:gd name="connsiteX109" fmla="*/ 5153115 w 12217206"/>
              <a:gd name="connsiteY109" fmla="*/ 4885290 h 4977304"/>
              <a:gd name="connsiteX110" fmla="*/ 5139168 w 12217206"/>
              <a:gd name="connsiteY110" fmla="*/ 4881597 h 4977304"/>
              <a:gd name="connsiteX111" fmla="*/ 5136167 w 12217206"/>
              <a:gd name="connsiteY111" fmla="*/ 4879315 h 4977304"/>
              <a:gd name="connsiteX112" fmla="*/ 5118243 w 12217206"/>
              <a:gd name="connsiteY112" fmla="*/ 4867529 h 4977304"/>
              <a:gd name="connsiteX113" fmla="*/ 5062411 w 12217206"/>
              <a:gd name="connsiteY113" fmla="*/ 4874665 h 4977304"/>
              <a:gd name="connsiteX114" fmla="*/ 5008170 w 12217206"/>
              <a:gd name="connsiteY114" fmla="*/ 4856876 h 4977304"/>
              <a:gd name="connsiteX115" fmla="*/ 4837210 w 12217206"/>
              <a:gd name="connsiteY115" fmla="*/ 4830794 h 4977304"/>
              <a:gd name="connsiteX116" fmla="*/ 4759270 w 12217206"/>
              <a:gd name="connsiteY116" fmla="*/ 4800638 h 4977304"/>
              <a:gd name="connsiteX117" fmla="*/ 4720035 w 12217206"/>
              <a:gd name="connsiteY117" fmla="*/ 4790848 h 4977304"/>
              <a:gd name="connsiteX118" fmla="*/ 4718027 w 12217206"/>
              <a:gd name="connsiteY118" fmla="*/ 4790035 h 4977304"/>
              <a:gd name="connsiteX119" fmla="*/ 4718961 w 12217206"/>
              <a:gd name="connsiteY119" fmla="*/ 4789806 h 4977304"/>
              <a:gd name="connsiteX120" fmla="*/ 4714055 w 12217206"/>
              <a:gd name="connsiteY120" fmla="*/ 4788426 h 4977304"/>
              <a:gd name="connsiteX121" fmla="*/ 4718027 w 12217206"/>
              <a:gd name="connsiteY121" fmla="*/ 4790035 h 4977304"/>
              <a:gd name="connsiteX122" fmla="*/ 4712381 w 12217206"/>
              <a:gd name="connsiteY122" fmla="*/ 4791420 h 4977304"/>
              <a:gd name="connsiteX123" fmla="*/ 4512801 w 12217206"/>
              <a:gd name="connsiteY123" fmla="*/ 4780666 h 4977304"/>
              <a:gd name="connsiteX124" fmla="*/ 4425588 w 12217206"/>
              <a:gd name="connsiteY124" fmla="*/ 4769100 h 4977304"/>
              <a:gd name="connsiteX125" fmla="*/ 4314086 w 12217206"/>
              <a:gd name="connsiteY125" fmla="*/ 4774822 h 4977304"/>
              <a:gd name="connsiteX126" fmla="*/ 4312230 w 12217206"/>
              <a:gd name="connsiteY126" fmla="*/ 4773365 h 4977304"/>
              <a:gd name="connsiteX127" fmla="*/ 4292278 w 12217206"/>
              <a:gd name="connsiteY127" fmla="*/ 4771325 h 4977304"/>
              <a:gd name="connsiteX128" fmla="*/ 4287201 w 12217206"/>
              <a:gd name="connsiteY128" fmla="*/ 4774493 h 4977304"/>
              <a:gd name="connsiteX129" fmla="*/ 4273289 w 12217206"/>
              <a:gd name="connsiteY129" fmla="*/ 4774225 h 4977304"/>
              <a:gd name="connsiteX130" fmla="*/ 4245283 w 12217206"/>
              <a:gd name="connsiteY130" fmla="*/ 4776749 h 4977304"/>
              <a:gd name="connsiteX131" fmla="*/ 4199245 w 12217206"/>
              <a:gd name="connsiteY131" fmla="*/ 4773714 h 4977304"/>
              <a:gd name="connsiteX132" fmla="*/ 4198941 w 12217206"/>
              <a:gd name="connsiteY132" fmla="*/ 4772347 h 4977304"/>
              <a:gd name="connsiteX133" fmla="*/ 4188453 w 12217206"/>
              <a:gd name="connsiteY133" fmla="*/ 4766228 h 4977304"/>
              <a:gd name="connsiteX134" fmla="*/ 4139982 w 12217206"/>
              <a:gd name="connsiteY134" fmla="*/ 4748999 h 4977304"/>
              <a:gd name="connsiteX135" fmla="*/ 4080374 w 12217206"/>
              <a:gd name="connsiteY135" fmla="*/ 4720184 h 4977304"/>
              <a:gd name="connsiteX136" fmla="*/ 4071828 w 12217206"/>
              <a:gd name="connsiteY136" fmla="*/ 4719278 h 4977304"/>
              <a:gd name="connsiteX137" fmla="*/ 4071710 w 12217206"/>
              <a:gd name="connsiteY137" fmla="*/ 4718953 h 4977304"/>
              <a:gd name="connsiteX138" fmla="*/ 4056247 w 12217206"/>
              <a:gd name="connsiteY138" fmla="*/ 4717622 h 4977304"/>
              <a:gd name="connsiteX139" fmla="*/ 4039668 w 12217206"/>
              <a:gd name="connsiteY139" fmla="*/ 4715861 h 4977304"/>
              <a:gd name="connsiteX140" fmla="*/ 4034303 w 12217206"/>
              <a:gd name="connsiteY140" fmla="*/ 4713218 h 4977304"/>
              <a:gd name="connsiteX141" fmla="*/ 4032672 w 12217206"/>
              <a:gd name="connsiteY141" fmla="*/ 4709236 h 4977304"/>
              <a:gd name="connsiteX142" fmla="*/ 4031088 w 12217206"/>
              <a:gd name="connsiteY142" fmla="*/ 4709491 h 4977304"/>
              <a:gd name="connsiteX143" fmla="*/ 4001867 w 12217206"/>
              <a:gd name="connsiteY143" fmla="*/ 4695842 h 4977304"/>
              <a:gd name="connsiteX144" fmla="*/ 3934220 w 12217206"/>
              <a:gd name="connsiteY144" fmla="*/ 4676884 h 4977304"/>
              <a:gd name="connsiteX145" fmla="*/ 3894676 w 12217206"/>
              <a:gd name="connsiteY145" fmla="*/ 4670743 h 4977304"/>
              <a:gd name="connsiteX146" fmla="*/ 3787232 w 12217206"/>
              <a:gd name="connsiteY146" fmla="*/ 4648764 h 4977304"/>
              <a:gd name="connsiteX147" fmla="*/ 3680057 w 12217206"/>
              <a:gd name="connsiteY147" fmla="*/ 4622784 h 4977304"/>
              <a:gd name="connsiteX148" fmla="*/ 3607627 w 12217206"/>
              <a:gd name="connsiteY148" fmla="*/ 4587738 h 4977304"/>
              <a:gd name="connsiteX149" fmla="*/ 3601451 w 12217206"/>
              <a:gd name="connsiteY149" fmla="*/ 4589218 h 4977304"/>
              <a:gd name="connsiteX150" fmla="*/ 3592338 w 12217206"/>
              <a:gd name="connsiteY150" fmla="*/ 4589396 h 4977304"/>
              <a:gd name="connsiteX151" fmla="*/ 3592104 w 12217206"/>
              <a:gd name="connsiteY151" fmla="*/ 4589103 h 4977304"/>
              <a:gd name="connsiteX152" fmla="*/ 3583586 w 12217206"/>
              <a:gd name="connsiteY152" fmla="*/ 4589853 h 4977304"/>
              <a:gd name="connsiteX153" fmla="*/ 3533777 w 12217206"/>
              <a:gd name="connsiteY153" fmla="*/ 4579320 h 4977304"/>
              <a:gd name="connsiteX154" fmla="*/ 3470906 w 12217206"/>
              <a:gd name="connsiteY154" fmla="*/ 4575344 h 4977304"/>
              <a:gd name="connsiteX155" fmla="*/ 3398460 w 12217206"/>
              <a:gd name="connsiteY155" fmla="*/ 4562260 h 4977304"/>
              <a:gd name="connsiteX156" fmla="*/ 3361644 w 12217206"/>
              <a:gd name="connsiteY156" fmla="*/ 4580670 h 4977304"/>
              <a:gd name="connsiteX157" fmla="*/ 3341795 w 12217206"/>
              <a:gd name="connsiteY157" fmla="*/ 4582496 h 4977304"/>
              <a:gd name="connsiteX158" fmla="*/ 3339469 w 12217206"/>
              <a:gd name="connsiteY158" fmla="*/ 4581438 h 4977304"/>
              <a:gd name="connsiteX159" fmla="*/ 3260180 w 12217206"/>
              <a:gd name="connsiteY159" fmla="*/ 4587820 h 4977304"/>
              <a:gd name="connsiteX160" fmla="*/ 3140460 w 12217206"/>
              <a:gd name="connsiteY160" fmla="*/ 4596263 h 4977304"/>
              <a:gd name="connsiteX161" fmla="*/ 3028270 w 12217206"/>
              <a:gd name="connsiteY161" fmla="*/ 4599134 h 4977304"/>
              <a:gd name="connsiteX162" fmla="*/ 2779714 w 12217206"/>
              <a:gd name="connsiteY162" fmla="*/ 4622831 h 4977304"/>
              <a:gd name="connsiteX163" fmla="*/ 2649525 w 12217206"/>
              <a:gd name="connsiteY163" fmla="*/ 4658086 h 4977304"/>
              <a:gd name="connsiteX164" fmla="*/ 2566315 w 12217206"/>
              <a:gd name="connsiteY164" fmla="*/ 4605776 h 4977304"/>
              <a:gd name="connsiteX165" fmla="*/ 2441626 w 12217206"/>
              <a:gd name="connsiteY165" fmla="*/ 4620872 h 4977304"/>
              <a:gd name="connsiteX166" fmla="*/ 2313568 w 12217206"/>
              <a:gd name="connsiteY166" fmla="*/ 4630067 h 4977304"/>
              <a:gd name="connsiteX167" fmla="*/ 2207105 w 12217206"/>
              <a:gd name="connsiteY167" fmla="*/ 4624384 h 4977304"/>
              <a:gd name="connsiteX168" fmla="*/ 2093268 w 12217206"/>
              <a:gd name="connsiteY168" fmla="*/ 4606236 h 4977304"/>
              <a:gd name="connsiteX169" fmla="*/ 1996024 w 12217206"/>
              <a:gd name="connsiteY169" fmla="*/ 4597526 h 4977304"/>
              <a:gd name="connsiteX170" fmla="*/ 1926886 w 12217206"/>
              <a:gd name="connsiteY170" fmla="*/ 4621358 h 4977304"/>
              <a:gd name="connsiteX171" fmla="*/ 1920368 w 12217206"/>
              <a:gd name="connsiteY171" fmla="*/ 4616112 h 4977304"/>
              <a:gd name="connsiteX172" fmla="*/ 1871831 w 12217206"/>
              <a:gd name="connsiteY172" fmla="*/ 4617844 h 4977304"/>
              <a:gd name="connsiteX173" fmla="*/ 1785463 w 12217206"/>
              <a:gd name="connsiteY173" fmla="*/ 4647841 h 4977304"/>
              <a:gd name="connsiteX174" fmla="*/ 1737045 w 12217206"/>
              <a:gd name="connsiteY174" fmla="*/ 4642356 h 4977304"/>
              <a:gd name="connsiteX175" fmla="*/ 1673954 w 12217206"/>
              <a:gd name="connsiteY175" fmla="*/ 4624601 h 4977304"/>
              <a:gd name="connsiteX176" fmla="*/ 1602834 w 12217206"/>
              <a:gd name="connsiteY176" fmla="*/ 4640924 h 4977304"/>
              <a:gd name="connsiteX177" fmla="*/ 1490351 w 12217206"/>
              <a:gd name="connsiteY177" fmla="*/ 4613132 h 4977304"/>
              <a:gd name="connsiteX178" fmla="*/ 1149212 w 12217206"/>
              <a:gd name="connsiteY178" fmla="*/ 4564210 h 4977304"/>
              <a:gd name="connsiteX179" fmla="*/ 938574 w 12217206"/>
              <a:gd name="connsiteY179" fmla="*/ 4566821 h 4977304"/>
              <a:gd name="connsiteX180" fmla="*/ 857697 w 12217206"/>
              <a:gd name="connsiteY180" fmla="*/ 4525391 h 4977304"/>
              <a:gd name="connsiteX181" fmla="*/ 836981 w 12217206"/>
              <a:gd name="connsiteY181" fmla="*/ 4526708 h 4977304"/>
              <a:gd name="connsiteX182" fmla="*/ 816264 w 12217206"/>
              <a:gd name="connsiteY182" fmla="*/ 4524575 h 4977304"/>
              <a:gd name="connsiteX183" fmla="*/ 810965 w 12217206"/>
              <a:gd name="connsiteY183" fmla="*/ 4527718 h 4977304"/>
              <a:gd name="connsiteX184" fmla="*/ 796509 w 12217206"/>
              <a:gd name="connsiteY184" fmla="*/ 4527387 h 4977304"/>
              <a:gd name="connsiteX185" fmla="*/ 767389 w 12217206"/>
              <a:gd name="connsiteY185" fmla="*/ 4529784 h 4977304"/>
              <a:gd name="connsiteX186" fmla="*/ 762544 w 12217206"/>
              <a:gd name="connsiteY186" fmla="*/ 4527372 h 4977304"/>
              <a:gd name="connsiteX187" fmla="*/ 719567 w 12217206"/>
              <a:gd name="connsiteY187" fmla="*/ 4526534 h 4977304"/>
              <a:gd name="connsiteX188" fmla="*/ 719262 w 12217206"/>
              <a:gd name="connsiteY188" fmla="*/ 4525164 h 4977304"/>
              <a:gd name="connsiteX189" fmla="*/ 708402 w 12217206"/>
              <a:gd name="connsiteY189" fmla="*/ 4518999 h 4977304"/>
              <a:gd name="connsiteX190" fmla="*/ 596394 w 12217206"/>
              <a:gd name="connsiteY190" fmla="*/ 4472455 h 4977304"/>
              <a:gd name="connsiteX191" fmla="*/ 578149 w 12217206"/>
              <a:gd name="connsiteY191" fmla="*/ 4469575 h 4977304"/>
              <a:gd name="connsiteX192" fmla="*/ 571336 w 12217206"/>
              <a:gd name="connsiteY192" fmla="*/ 4469781 h 4977304"/>
              <a:gd name="connsiteX193" fmla="*/ 444802 w 12217206"/>
              <a:gd name="connsiteY193" fmla="*/ 4428480 h 4977304"/>
              <a:gd name="connsiteX194" fmla="*/ 403746 w 12217206"/>
              <a:gd name="connsiteY194" fmla="*/ 4422157 h 4977304"/>
              <a:gd name="connsiteX195" fmla="*/ 292240 w 12217206"/>
              <a:gd name="connsiteY195" fmla="*/ 4399681 h 4977304"/>
              <a:gd name="connsiteX196" fmla="*/ 118302 w 12217206"/>
              <a:gd name="connsiteY196" fmla="*/ 4343421 h 4977304"/>
              <a:gd name="connsiteX197" fmla="*/ 15516 w 12217206"/>
              <a:gd name="connsiteY197" fmla="*/ 4340320 h 4977304"/>
              <a:gd name="connsiteX198" fmla="*/ 2 w 12217206"/>
              <a:gd name="connsiteY198" fmla="*/ 4334381 h 4977304"/>
              <a:gd name="connsiteX199" fmla="*/ 2 w 12217206"/>
              <a:gd name="connsiteY199" fmla="*/ 3589361 h 4977304"/>
              <a:gd name="connsiteX200" fmla="*/ 0 w 12217206"/>
              <a:gd name="connsiteY200" fmla="*/ 3589361 h 4977304"/>
              <a:gd name="connsiteX201" fmla="*/ 0 w 12217206"/>
              <a:gd name="connsiteY201" fmla="*/ 3513036 h 4977304"/>
              <a:gd name="connsiteX202" fmla="*/ 0 w 12217206"/>
              <a:gd name="connsiteY202" fmla="*/ 2672265 h 4977304"/>
              <a:gd name="connsiteX203" fmla="*/ 0 w 12217206"/>
              <a:gd name="connsiteY203" fmla="*/ 0 h 4977304"/>
              <a:gd name="connsiteX0" fmla="*/ 0 w 12217206"/>
              <a:gd name="connsiteY0" fmla="*/ 0 h 4977304"/>
              <a:gd name="connsiteX1" fmla="*/ 12192000 w 12217206"/>
              <a:gd name="connsiteY1" fmla="*/ 0 h 4977304"/>
              <a:gd name="connsiteX2" fmla="*/ 12192000 w 12217206"/>
              <a:gd name="connsiteY2" fmla="*/ 2726958 h 4977304"/>
              <a:gd name="connsiteX3" fmla="*/ 12217206 w 12217206"/>
              <a:gd name="connsiteY3" fmla="*/ 2896463 h 4977304"/>
              <a:gd name="connsiteX4" fmla="*/ 12198158 w 12217206"/>
              <a:gd name="connsiteY4" fmla="*/ 3664565 h 4977304"/>
              <a:gd name="connsiteX5" fmla="*/ 12132764 w 12217206"/>
              <a:gd name="connsiteY5" fmla="*/ 3748492 h 4977304"/>
              <a:gd name="connsiteX6" fmla="*/ 12053056 w 12217206"/>
              <a:gd name="connsiteY6" fmla="*/ 3749753 h 4977304"/>
              <a:gd name="connsiteX7" fmla="*/ 11938513 w 12217206"/>
              <a:gd name="connsiteY7" fmla="*/ 3754367 h 4977304"/>
              <a:gd name="connsiteX8" fmla="*/ 11853342 w 12217206"/>
              <a:gd name="connsiteY8" fmla="*/ 3782688 h 4977304"/>
              <a:gd name="connsiteX9" fmla="*/ 11704569 w 12217206"/>
              <a:gd name="connsiteY9" fmla="*/ 3839336 h 4977304"/>
              <a:gd name="connsiteX10" fmla="*/ 11577641 w 12217206"/>
              <a:gd name="connsiteY10" fmla="*/ 3885996 h 4977304"/>
              <a:gd name="connsiteX11" fmla="*/ 11508791 w 12217206"/>
              <a:gd name="connsiteY11" fmla="*/ 3969283 h 4977304"/>
              <a:gd name="connsiteX12" fmla="*/ 11388373 w 12217206"/>
              <a:gd name="connsiteY12" fmla="*/ 4027440 h 4977304"/>
              <a:gd name="connsiteX13" fmla="*/ 11276406 w 12217206"/>
              <a:gd name="connsiteY13" fmla="*/ 4056099 h 4977304"/>
              <a:gd name="connsiteX14" fmla="*/ 11190251 w 12217206"/>
              <a:gd name="connsiteY14" fmla="*/ 4073272 h 4977304"/>
              <a:gd name="connsiteX15" fmla="*/ 11139995 w 12217206"/>
              <a:gd name="connsiteY15" fmla="*/ 4081811 h 4977304"/>
              <a:gd name="connsiteX16" fmla="*/ 11040727 w 12217206"/>
              <a:gd name="connsiteY16" fmla="*/ 4081109 h 4977304"/>
              <a:gd name="connsiteX17" fmla="*/ 10969005 w 12217206"/>
              <a:gd name="connsiteY17" fmla="*/ 4091154 h 4977304"/>
              <a:gd name="connsiteX18" fmla="*/ 10899772 w 12217206"/>
              <a:gd name="connsiteY18" fmla="*/ 4122857 h 4977304"/>
              <a:gd name="connsiteX19" fmla="*/ 10838983 w 12217206"/>
              <a:gd name="connsiteY19" fmla="*/ 4155791 h 4977304"/>
              <a:gd name="connsiteX20" fmla="*/ 10769520 w 12217206"/>
              <a:gd name="connsiteY20" fmla="*/ 4198574 h 4977304"/>
              <a:gd name="connsiteX21" fmla="*/ 10570843 w 12217206"/>
              <a:gd name="connsiteY21" fmla="*/ 4255424 h 4977304"/>
              <a:gd name="connsiteX22" fmla="*/ 10512263 w 12217206"/>
              <a:gd name="connsiteY22" fmla="*/ 4291698 h 4977304"/>
              <a:gd name="connsiteX23" fmla="*/ 10439016 w 12217206"/>
              <a:gd name="connsiteY23" fmla="*/ 4293933 h 4977304"/>
              <a:gd name="connsiteX24" fmla="*/ 10376941 w 12217206"/>
              <a:gd name="connsiteY24" fmla="*/ 4298111 h 4977304"/>
              <a:gd name="connsiteX25" fmla="*/ 10329960 w 12217206"/>
              <a:gd name="connsiteY25" fmla="*/ 4298774 h 4977304"/>
              <a:gd name="connsiteX26" fmla="*/ 10254256 w 12217206"/>
              <a:gd name="connsiteY26" fmla="*/ 4309364 h 4977304"/>
              <a:gd name="connsiteX27" fmla="*/ 10119745 w 12217206"/>
              <a:gd name="connsiteY27" fmla="*/ 4321869 h 4977304"/>
              <a:gd name="connsiteX28" fmla="*/ 10075444 w 12217206"/>
              <a:gd name="connsiteY28" fmla="*/ 4324144 h 4977304"/>
              <a:gd name="connsiteX29" fmla="*/ 10032543 w 12217206"/>
              <a:gd name="connsiteY29" fmla="*/ 4322337 h 4977304"/>
              <a:gd name="connsiteX30" fmla="*/ 9953375 w 12217206"/>
              <a:gd name="connsiteY30" fmla="*/ 4339186 h 4977304"/>
              <a:gd name="connsiteX31" fmla="*/ 9841223 w 12217206"/>
              <a:gd name="connsiteY31" fmla="*/ 4346536 h 4977304"/>
              <a:gd name="connsiteX32" fmla="*/ 9721820 w 12217206"/>
              <a:gd name="connsiteY32" fmla="*/ 4368481 h 4977304"/>
              <a:gd name="connsiteX33" fmla="*/ 9578114 w 12217206"/>
              <a:gd name="connsiteY33" fmla="*/ 4380883 h 4977304"/>
              <a:gd name="connsiteX34" fmla="*/ 9336820 w 12217206"/>
              <a:gd name="connsiteY34" fmla="*/ 4430514 h 4977304"/>
              <a:gd name="connsiteX35" fmla="*/ 9272837 w 12217206"/>
              <a:gd name="connsiteY35" fmla="*/ 4491645 h 4977304"/>
              <a:gd name="connsiteX36" fmla="*/ 9188677 w 12217206"/>
              <a:gd name="connsiteY36" fmla="*/ 4497828 h 4977304"/>
              <a:gd name="connsiteX37" fmla="*/ 9183116 w 12217206"/>
              <a:gd name="connsiteY37" fmla="*/ 4507862 h 4977304"/>
              <a:gd name="connsiteX38" fmla="*/ 9145128 w 12217206"/>
              <a:gd name="connsiteY38" fmla="*/ 4520027 h 4977304"/>
              <a:gd name="connsiteX39" fmla="*/ 9144106 w 12217206"/>
              <a:gd name="connsiteY39" fmla="*/ 4518870 h 4977304"/>
              <a:gd name="connsiteX40" fmla="*/ 9131223 w 12217206"/>
              <a:gd name="connsiteY40" fmla="*/ 4516515 h 4977304"/>
              <a:gd name="connsiteX41" fmla="*/ 9107733 w 12217206"/>
              <a:gd name="connsiteY41" fmla="*/ 4515031 h 4977304"/>
              <a:gd name="connsiteX42" fmla="*/ 9047414 w 12217206"/>
              <a:gd name="connsiteY42" fmla="*/ 4506003 h 4977304"/>
              <a:gd name="connsiteX43" fmla="*/ 8999479 w 12217206"/>
              <a:gd name="connsiteY43" fmla="*/ 4509570 h 4977304"/>
              <a:gd name="connsiteX44" fmla="*/ 8999194 w 12217206"/>
              <a:gd name="connsiteY44" fmla="*/ 4509309 h 4977304"/>
              <a:gd name="connsiteX45" fmla="*/ 8990231 w 12217206"/>
              <a:gd name="connsiteY45" fmla="*/ 4510625 h 4977304"/>
              <a:gd name="connsiteX46" fmla="*/ 8984397 w 12217206"/>
              <a:gd name="connsiteY46" fmla="*/ 4512863 h 4977304"/>
              <a:gd name="connsiteX47" fmla="*/ 8968351 w 12217206"/>
              <a:gd name="connsiteY47" fmla="*/ 4516366 h 4977304"/>
              <a:gd name="connsiteX48" fmla="*/ 8962029 w 12217206"/>
              <a:gd name="connsiteY48" fmla="*/ 4515606 h 4977304"/>
              <a:gd name="connsiteX49" fmla="*/ 8957069 w 12217206"/>
              <a:gd name="connsiteY49" fmla="*/ 4513190 h 4977304"/>
              <a:gd name="connsiteX50" fmla="*/ 8889695 w 12217206"/>
              <a:gd name="connsiteY50" fmla="*/ 4533539 h 4977304"/>
              <a:gd name="connsiteX51" fmla="*/ 8746606 w 12217206"/>
              <a:gd name="connsiteY51" fmla="*/ 4530613 h 4977304"/>
              <a:gd name="connsiteX52" fmla="*/ 8702038 w 12217206"/>
              <a:gd name="connsiteY52" fmla="*/ 4532895 h 4977304"/>
              <a:gd name="connsiteX53" fmla="*/ 8590337 w 12217206"/>
              <a:gd name="connsiteY53" fmla="*/ 4542204 h 4977304"/>
              <a:gd name="connsiteX54" fmla="*/ 8519543 w 12217206"/>
              <a:gd name="connsiteY54" fmla="*/ 4526086 h 4977304"/>
              <a:gd name="connsiteX55" fmla="*/ 8505306 w 12217206"/>
              <a:gd name="connsiteY55" fmla="*/ 4532509 h 4977304"/>
              <a:gd name="connsiteX56" fmla="*/ 8500493 w 12217206"/>
              <a:gd name="connsiteY56" fmla="*/ 4535768 h 4977304"/>
              <a:gd name="connsiteX57" fmla="*/ 8492299 w 12217206"/>
              <a:gd name="connsiteY57" fmla="*/ 4538742 h 4977304"/>
              <a:gd name="connsiteX58" fmla="*/ 8491926 w 12217206"/>
              <a:gd name="connsiteY58" fmla="*/ 4538547 h 4977304"/>
              <a:gd name="connsiteX59" fmla="*/ 8484586 w 12217206"/>
              <a:gd name="connsiteY59" fmla="*/ 4541860 h 4977304"/>
              <a:gd name="connsiteX60" fmla="*/ 8361601 w 12217206"/>
              <a:gd name="connsiteY60" fmla="*/ 4557109 h 4977304"/>
              <a:gd name="connsiteX61" fmla="*/ 8348227 w 12217206"/>
              <a:gd name="connsiteY61" fmla="*/ 4557320 h 4977304"/>
              <a:gd name="connsiteX62" fmla="*/ 8346801 w 12217206"/>
              <a:gd name="connsiteY62" fmla="*/ 4556408 h 4977304"/>
              <a:gd name="connsiteX63" fmla="*/ 8308886 w 12217206"/>
              <a:gd name="connsiteY63" fmla="*/ 4575677 h 4977304"/>
              <a:gd name="connsiteX64" fmla="*/ 8289640 w 12217206"/>
              <a:gd name="connsiteY64" fmla="*/ 4590767 h 4977304"/>
              <a:gd name="connsiteX65" fmla="*/ 8278750 w 12217206"/>
              <a:gd name="connsiteY65" fmla="*/ 4597091 h 4977304"/>
              <a:gd name="connsiteX66" fmla="*/ 8277624 w 12217206"/>
              <a:gd name="connsiteY66" fmla="*/ 4601916 h 4977304"/>
              <a:gd name="connsiteX67" fmla="*/ 8260561 w 12217206"/>
              <a:gd name="connsiteY67" fmla="*/ 4609708 h 4977304"/>
              <a:gd name="connsiteX68" fmla="*/ 8257864 w 12217206"/>
              <a:gd name="connsiteY68" fmla="*/ 4609458 h 4977304"/>
              <a:gd name="connsiteX69" fmla="*/ 8246529 w 12217206"/>
              <a:gd name="connsiteY69" fmla="*/ 4620148 h 4977304"/>
              <a:gd name="connsiteX70" fmla="*/ 8240334 w 12217206"/>
              <a:gd name="connsiteY70" fmla="*/ 4634257 h 4977304"/>
              <a:gd name="connsiteX71" fmla="*/ 8084875 w 12217206"/>
              <a:gd name="connsiteY71" fmla="*/ 4684387 h 4977304"/>
              <a:gd name="connsiteX72" fmla="*/ 7900134 w 12217206"/>
              <a:gd name="connsiteY72" fmla="*/ 4729969 h 4977304"/>
              <a:gd name="connsiteX73" fmla="*/ 7713595 w 12217206"/>
              <a:gd name="connsiteY73" fmla="*/ 4757895 h 4977304"/>
              <a:gd name="connsiteX74" fmla="*/ 7609267 w 12217206"/>
              <a:gd name="connsiteY74" fmla="*/ 4754126 h 4977304"/>
              <a:gd name="connsiteX75" fmla="*/ 7522521 w 12217206"/>
              <a:gd name="connsiteY75" fmla="*/ 4760455 h 4977304"/>
              <a:gd name="connsiteX76" fmla="*/ 7514554 w 12217206"/>
              <a:gd name="connsiteY76" fmla="*/ 4763228 h 4977304"/>
              <a:gd name="connsiteX77" fmla="*/ 7502403 w 12217206"/>
              <a:gd name="connsiteY77" fmla="*/ 4764677 h 4977304"/>
              <a:gd name="connsiteX78" fmla="*/ 7502032 w 12217206"/>
              <a:gd name="connsiteY78" fmla="*/ 4764322 h 4977304"/>
              <a:gd name="connsiteX79" fmla="*/ 7490794 w 12217206"/>
              <a:gd name="connsiteY79" fmla="*/ 4766442 h 4977304"/>
              <a:gd name="connsiteX80" fmla="*/ 7400450 w 12217206"/>
              <a:gd name="connsiteY80" fmla="*/ 4757640 h 4977304"/>
              <a:gd name="connsiteX81" fmla="*/ 7307302 w 12217206"/>
              <a:gd name="connsiteY81" fmla="*/ 4747220 h 4977304"/>
              <a:gd name="connsiteX82" fmla="*/ 7305976 w 12217206"/>
              <a:gd name="connsiteY82" fmla="*/ 4745654 h 4977304"/>
              <a:gd name="connsiteX83" fmla="*/ 7213744 w 12217206"/>
              <a:gd name="connsiteY83" fmla="*/ 4773074 h 4977304"/>
              <a:gd name="connsiteX84" fmla="*/ 7196298 w 12217206"/>
              <a:gd name="connsiteY84" fmla="*/ 4778016 h 4977304"/>
              <a:gd name="connsiteX85" fmla="*/ 7192202 w 12217206"/>
              <a:gd name="connsiteY85" fmla="*/ 4783834 h 4977304"/>
              <a:gd name="connsiteX86" fmla="*/ 7166024 w 12217206"/>
              <a:gd name="connsiteY86" fmla="*/ 4788882 h 4977304"/>
              <a:gd name="connsiteX87" fmla="*/ 7092253 w 12217206"/>
              <a:gd name="connsiteY87" fmla="*/ 4802161 h 4977304"/>
              <a:gd name="connsiteX88" fmla="*/ 7013814 w 12217206"/>
              <a:gd name="connsiteY88" fmla="*/ 4801755 h 4977304"/>
              <a:gd name="connsiteX89" fmla="*/ 6899540 w 12217206"/>
              <a:gd name="connsiteY89" fmla="*/ 4833798 h 4977304"/>
              <a:gd name="connsiteX90" fmla="*/ 6703746 w 12217206"/>
              <a:gd name="connsiteY90" fmla="*/ 4864157 h 4977304"/>
              <a:gd name="connsiteX91" fmla="*/ 6545085 w 12217206"/>
              <a:gd name="connsiteY91" fmla="*/ 4895408 h 4977304"/>
              <a:gd name="connsiteX92" fmla="*/ 6313345 w 12217206"/>
              <a:gd name="connsiteY92" fmla="*/ 4946232 h 4977304"/>
              <a:gd name="connsiteX93" fmla="*/ 6164558 w 12217206"/>
              <a:gd name="connsiteY93" fmla="*/ 4948498 h 4977304"/>
              <a:gd name="connsiteX94" fmla="*/ 6069796 w 12217206"/>
              <a:gd name="connsiteY94" fmla="*/ 4970720 h 4977304"/>
              <a:gd name="connsiteX95" fmla="*/ 6064481 w 12217206"/>
              <a:gd name="connsiteY95" fmla="*/ 4969051 h 4977304"/>
              <a:gd name="connsiteX96" fmla="*/ 6044602 w 12217206"/>
              <a:gd name="connsiteY96" fmla="*/ 4969792 h 4977304"/>
              <a:gd name="connsiteX97" fmla="*/ 6037252 w 12217206"/>
              <a:gd name="connsiteY97" fmla="*/ 4960726 h 4977304"/>
              <a:gd name="connsiteX98" fmla="*/ 6006081 w 12217206"/>
              <a:gd name="connsiteY98" fmla="*/ 4955195 h 4977304"/>
              <a:gd name="connsiteX99" fmla="*/ 5920065 w 12217206"/>
              <a:gd name="connsiteY99" fmla="*/ 4944866 h 4977304"/>
              <a:gd name="connsiteX100" fmla="*/ 5755077 w 12217206"/>
              <a:gd name="connsiteY100" fmla="*/ 4976193 h 4977304"/>
              <a:gd name="connsiteX101" fmla="*/ 5623207 w 12217206"/>
              <a:gd name="connsiteY101" fmla="*/ 4977304 h 4977304"/>
              <a:gd name="connsiteX102" fmla="*/ 5467256 w 12217206"/>
              <a:gd name="connsiteY102" fmla="*/ 4962079 h 4977304"/>
              <a:gd name="connsiteX103" fmla="*/ 5429137 w 12217206"/>
              <a:gd name="connsiteY103" fmla="*/ 4949858 h 4977304"/>
              <a:gd name="connsiteX104" fmla="*/ 5378078 w 12217206"/>
              <a:gd name="connsiteY104" fmla="*/ 4930634 h 4977304"/>
              <a:gd name="connsiteX105" fmla="*/ 5258253 w 12217206"/>
              <a:gd name="connsiteY105" fmla="*/ 4908461 h 4977304"/>
              <a:gd name="connsiteX106" fmla="*/ 5219477 w 12217206"/>
              <a:gd name="connsiteY106" fmla="*/ 4896381 h 4977304"/>
              <a:gd name="connsiteX107" fmla="*/ 5171208 w 12217206"/>
              <a:gd name="connsiteY107" fmla="*/ 4893134 h 4977304"/>
              <a:gd name="connsiteX108" fmla="*/ 5153115 w 12217206"/>
              <a:gd name="connsiteY108" fmla="*/ 4885290 h 4977304"/>
              <a:gd name="connsiteX109" fmla="*/ 5139168 w 12217206"/>
              <a:gd name="connsiteY109" fmla="*/ 4881597 h 4977304"/>
              <a:gd name="connsiteX110" fmla="*/ 5136167 w 12217206"/>
              <a:gd name="connsiteY110" fmla="*/ 4879315 h 4977304"/>
              <a:gd name="connsiteX111" fmla="*/ 5118243 w 12217206"/>
              <a:gd name="connsiteY111" fmla="*/ 4867529 h 4977304"/>
              <a:gd name="connsiteX112" fmla="*/ 5062411 w 12217206"/>
              <a:gd name="connsiteY112" fmla="*/ 4874665 h 4977304"/>
              <a:gd name="connsiteX113" fmla="*/ 5008170 w 12217206"/>
              <a:gd name="connsiteY113" fmla="*/ 4856876 h 4977304"/>
              <a:gd name="connsiteX114" fmla="*/ 4837210 w 12217206"/>
              <a:gd name="connsiteY114" fmla="*/ 4830794 h 4977304"/>
              <a:gd name="connsiteX115" fmla="*/ 4759270 w 12217206"/>
              <a:gd name="connsiteY115" fmla="*/ 4800638 h 4977304"/>
              <a:gd name="connsiteX116" fmla="*/ 4720035 w 12217206"/>
              <a:gd name="connsiteY116" fmla="*/ 4790848 h 4977304"/>
              <a:gd name="connsiteX117" fmla="*/ 4718027 w 12217206"/>
              <a:gd name="connsiteY117" fmla="*/ 4790035 h 4977304"/>
              <a:gd name="connsiteX118" fmla="*/ 4718961 w 12217206"/>
              <a:gd name="connsiteY118" fmla="*/ 4789806 h 4977304"/>
              <a:gd name="connsiteX119" fmla="*/ 4714055 w 12217206"/>
              <a:gd name="connsiteY119" fmla="*/ 4788426 h 4977304"/>
              <a:gd name="connsiteX120" fmla="*/ 4718027 w 12217206"/>
              <a:gd name="connsiteY120" fmla="*/ 4790035 h 4977304"/>
              <a:gd name="connsiteX121" fmla="*/ 4712381 w 12217206"/>
              <a:gd name="connsiteY121" fmla="*/ 4791420 h 4977304"/>
              <a:gd name="connsiteX122" fmla="*/ 4512801 w 12217206"/>
              <a:gd name="connsiteY122" fmla="*/ 4780666 h 4977304"/>
              <a:gd name="connsiteX123" fmla="*/ 4425588 w 12217206"/>
              <a:gd name="connsiteY123" fmla="*/ 4769100 h 4977304"/>
              <a:gd name="connsiteX124" fmla="*/ 4314086 w 12217206"/>
              <a:gd name="connsiteY124" fmla="*/ 4774822 h 4977304"/>
              <a:gd name="connsiteX125" fmla="*/ 4312230 w 12217206"/>
              <a:gd name="connsiteY125" fmla="*/ 4773365 h 4977304"/>
              <a:gd name="connsiteX126" fmla="*/ 4292278 w 12217206"/>
              <a:gd name="connsiteY126" fmla="*/ 4771325 h 4977304"/>
              <a:gd name="connsiteX127" fmla="*/ 4287201 w 12217206"/>
              <a:gd name="connsiteY127" fmla="*/ 4774493 h 4977304"/>
              <a:gd name="connsiteX128" fmla="*/ 4273289 w 12217206"/>
              <a:gd name="connsiteY128" fmla="*/ 4774225 h 4977304"/>
              <a:gd name="connsiteX129" fmla="*/ 4245283 w 12217206"/>
              <a:gd name="connsiteY129" fmla="*/ 4776749 h 4977304"/>
              <a:gd name="connsiteX130" fmla="*/ 4199245 w 12217206"/>
              <a:gd name="connsiteY130" fmla="*/ 4773714 h 4977304"/>
              <a:gd name="connsiteX131" fmla="*/ 4198941 w 12217206"/>
              <a:gd name="connsiteY131" fmla="*/ 4772347 h 4977304"/>
              <a:gd name="connsiteX132" fmla="*/ 4188453 w 12217206"/>
              <a:gd name="connsiteY132" fmla="*/ 4766228 h 4977304"/>
              <a:gd name="connsiteX133" fmla="*/ 4139982 w 12217206"/>
              <a:gd name="connsiteY133" fmla="*/ 4748999 h 4977304"/>
              <a:gd name="connsiteX134" fmla="*/ 4080374 w 12217206"/>
              <a:gd name="connsiteY134" fmla="*/ 4720184 h 4977304"/>
              <a:gd name="connsiteX135" fmla="*/ 4071828 w 12217206"/>
              <a:gd name="connsiteY135" fmla="*/ 4719278 h 4977304"/>
              <a:gd name="connsiteX136" fmla="*/ 4071710 w 12217206"/>
              <a:gd name="connsiteY136" fmla="*/ 4718953 h 4977304"/>
              <a:gd name="connsiteX137" fmla="*/ 4056247 w 12217206"/>
              <a:gd name="connsiteY137" fmla="*/ 4717622 h 4977304"/>
              <a:gd name="connsiteX138" fmla="*/ 4039668 w 12217206"/>
              <a:gd name="connsiteY138" fmla="*/ 4715861 h 4977304"/>
              <a:gd name="connsiteX139" fmla="*/ 4034303 w 12217206"/>
              <a:gd name="connsiteY139" fmla="*/ 4713218 h 4977304"/>
              <a:gd name="connsiteX140" fmla="*/ 4032672 w 12217206"/>
              <a:gd name="connsiteY140" fmla="*/ 4709236 h 4977304"/>
              <a:gd name="connsiteX141" fmla="*/ 4031088 w 12217206"/>
              <a:gd name="connsiteY141" fmla="*/ 4709491 h 4977304"/>
              <a:gd name="connsiteX142" fmla="*/ 4001867 w 12217206"/>
              <a:gd name="connsiteY142" fmla="*/ 4695842 h 4977304"/>
              <a:gd name="connsiteX143" fmla="*/ 3934220 w 12217206"/>
              <a:gd name="connsiteY143" fmla="*/ 4676884 h 4977304"/>
              <a:gd name="connsiteX144" fmla="*/ 3894676 w 12217206"/>
              <a:gd name="connsiteY144" fmla="*/ 4670743 h 4977304"/>
              <a:gd name="connsiteX145" fmla="*/ 3787232 w 12217206"/>
              <a:gd name="connsiteY145" fmla="*/ 4648764 h 4977304"/>
              <a:gd name="connsiteX146" fmla="*/ 3680057 w 12217206"/>
              <a:gd name="connsiteY146" fmla="*/ 4622784 h 4977304"/>
              <a:gd name="connsiteX147" fmla="*/ 3607627 w 12217206"/>
              <a:gd name="connsiteY147" fmla="*/ 4587738 h 4977304"/>
              <a:gd name="connsiteX148" fmla="*/ 3601451 w 12217206"/>
              <a:gd name="connsiteY148" fmla="*/ 4589218 h 4977304"/>
              <a:gd name="connsiteX149" fmla="*/ 3592338 w 12217206"/>
              <a:gd name="connsiteY149" fmla="*/ 4589396 h 4977304"/>
              <a:gd name="connsiteX150" fmla="*/ 3592104 w 12217206"/>
              <a:gd name="connsiteY150" fmla="*/ 4589103 h 4977304"/>
              <a:gd name="connsiteX151" fmla="*/ 3583586 w 12217206"/>
              <a:gd name="connsiteY151" fmla="*/ 4589853 h 4977304"/>
              <a:gd name="connsiteX152" fmla="*/ 3533777 w 12217206"/>
              <a:gd name="connsiteY152" fmla="*/ 4579320 h 4977304"/>
              <a:gd name="connsiteX153" fmla="*/ 3470906 w 12217206"/>
              <a:gd name="connsiteY153" fmla="*/ 4575344 h 4977304"/>
              <a:gd name="connsiteX154" fmla="*/ 3398460 w 12217206"/>
              <a:gd name="connsiteY154" fmla="*/ 4562260 h 4977304"/>
              <a:gd name="connsiteX155" fmla="*/ 3361644 w 12217206"/>
              <a:gd name="connsiteY155" fmla="*/ 4580670 h 4977304"/>
              <a:gd name="connsiteX156" fmla="*/ 3341795 w 12217206"/>
              <a:gd name="connsiteY156" fmla="*/ 4582496 h 4977304"/>
              <a:gd name="connsiteX157" fmla="*/ 3339469 w 12217206"/>
              <a:gd name="connsiteY157" fmla="*/ 4581438 h 4977304"/>
              <a:gd name="connsiteX158" fmla="*/ 3260180 w 12217206"/>
              <a:gd name="connsiteY158" fmla="*/ 4587820 h 4977304"/>
              <a:gd name="connsiteX159" fmla="*/ 3140460 w 12217206"/>
              <a:gd name="connsiteY159" fmla="*/ 4596263 h 4977304"/>
              <a:gd name="connsiteX160" fmla="*/ 3028270 w 12217206"/>
              <a:gd name="connsiteY160" fmla="*/ 4599134 h 4977304"/>
              <a:gd name="connsiteX161" fmla="*/ 2779714 w 12217206"/>
              <a:gd name="connsiteY161" fmla="*/ 4622831 h 4977304"/>
              <a:gd name="connsiteX162" fmla="*/ 2649525 w 12217206"/>
              <a:gd name="connsiteY162" fmla="*/ 4658086 h 4977304"/>
              <a:gd name="connsiteX163" fmla="*/ 2566315 w 12217206"/>
              <a:gd name="connsiteY163" fmla="*/ 4605776 h 4977304"/>
              <a:gd name="connsiteX164" fmla="*/ 2441626 w 12217206"/>
              <a:gd name="connsiteY164" fmla="*/ 4620872 h 4977304"/>
              <a:gd name="connsiteX165" fmla="*/ 2313568 w 12217206"/>
              <a:gd name="connsiteY165" fmla="*/ 4630067 h 4977304"/>
              <a:gd name="connsiteX166" fmla="*/ 2207105 w 12217206"/>
              <a:gd name="connsiteY166" fmla="*/ 4624384 h 4977304"/>
              <a:gd name="connsiteX167" fmla="*/ 2093268 w 12217206"/>
              <a:gd name="connsiteY167" fmla="*/ 4606236 h 4977304"/>
              <a:gd name="connsiteX168" fmla="*/ 1996024 w 12217206"/>
              <a:gd name="connsiteY168" fmla="*/ 4597526 h 4977304"/>
              <a:gd name="connsiteX169" fmla="*/ 1926886 w 12217206"/>
              <a:gd name="connsiteY169" fmla="*/ 4621358 h 4977304"/>
              <a:gd name="connsiteX170" fmla="*/ 1920368 w 12217206"/>
              <a:gd name="connsiteY170" fmla="*/ 4616112 h 4977304"/>
              <a:gd name="connsiteX171" fmla="*/ 1871831 w 12217206"/>
              <a:gd name="connsiteY171" fmla="*/ 4617844 h 4977304"/>
              <a:gd name="connsiteX172" fmla="*/ 1785463 w 12217206"/>
              <a:gd name="connsiteY172" fmla="*/ 4647841 h 4977304"/>
              <a:gd name="connsiteX173" fmla="*/ 1737045 w 12217206"/>
              <a:gd name="connsiteY173" fmla="*/ 4642356 h 4977304"/>
              <a:gd name="connsiteX174" fmla="*/ 1673954 w 12217206"/>
              <a:gd name="connsiteY174" fmla="*/ 4624601 h 4977304"/>
              <a:gd name="connsiteX175" fmla="*/ 1602834 w 12217206"/>
              <a:gd name="connsiteY175" fmla="*/ 4640924 h 4977304"/>
              <a:gd name="connsiteX176" fmla="*/ 1490351 w 12217206"/>
              <a:gd name="connsiteY176" fmla="*/ 4613132 h 4977304"/>
              <a:gd name="connsiteX177" fmla="*/ 1149212 w 12217206"/>
              <a:gd name="connsiteY177" fmla="*/ 4564210 h 4977304"/>
              <a:gd name="connsiteX178" fmla="*/ 938574 w 12217206"/>
              <a:gd name="connsiteY178" fmla="*/ 4566821 h 4977304"/>
              <a:gd name="connsiteX179" fmla="*/ 857697 w 12217206"/>
              <a:gd name="connsiteY179" fmla="*/ 4525391 h 4977304"/>
              <a:gd name="connsiteX180" fmla="*/ 836981 w 12217206"/>
              <a:gd name="connsiteY180" fmla="*/ 4526708 h 4977304"/>
              <a:gd name="connsiteX181" fmla="*/ 816264 w 12217206"/>
              <a:gd name="connsiteY181" fmla="*/ 4524575 h 4977304"/>
              <a:gd name="connsiteX182" fmla="*/ 810965 w 12217206"/>
              <a:gd name="connsiteY182" fmla="*/ 4527718 h 4977304"/>
              <a:gd name="connsiteX183" fmla="*/ 796509 w 12217206"/>
              <a:gd name="connsiteY183" fmla="*/ 4527387 h 4977304"/>
              <a:gd name="connsiteX184" fmla="*/ 767389 w 12217206"/>
              <a:gd name="connsiteY184" fmla="*/ 4529784 h 4977304"/>
              <a:gd name="connsiteX185" fmla="*/ 762544 w 12217206"/>
              <a:gd name="connsiteY185" fmla="*/ 4527372 h 4977304"/>
              <a:gd name="connsiteX186" fmla="*/ 719567 w 12217206"/>
              <a:gd name="connsiteY186" fmla="*/ 4526534 h 4977304"/>
              <a:gd name="connsiteX187" fmla="*/ 719262 w 12217206"/>
              <a:gd name="connsiteY187" fmla="*/ 4525164 h 4977304"/>
              <a:gd name="connsiteX188" fmla="*/ 708402 w 12217206"/>
              <a:gd name="connsiteY188" fmla="*/ 4518999 h 4977304"/>
              <a:gd name="connsiteX189" fmla="*/ 596394 w 12217206"/>
              <a:gd name="connsiteY189" fmla="*/ 4472455 h 4977304"/>
              <a:gd name="connsiteX190" fmla="*/ 578149 w 12217206"/>
              <a:gd name="connsiteY190" fmla="*/ 4469575 h 4977304"/>
              <a:gd name="connsiteX191" fmla="*/ 571336 w 12217206"/>
              <a:gd name="connsiteY191" fmla="*/ 4469781 h 4977304"/>
              <a:gd name="connsiteX192" fmla="*/ 444802 w 12217206"/>
              <a:gd name="connsiteY192" fmla="*/ 4428480 h 4977304"/>
              <a:gd name="connsiteX193" fmla="*/ 403746 w 12217206"/>
              <a:gd name="connsiteY193" fmla="*/ 4422157 h 4977304"/>
              <a:gd name="connsiteX194" fmla="*/ 292240 w 12217206"/>
              <a:gd name="connsiteY194" fmla="*/ 4399681 h 4977304"/>
              <a:gd name="connsiteX195" fmla="*/ 118302 w 12217206"/>
              <a:gd name="connsiteY195" fmla="*/ 4343421 h 4977304"/>
              <a:gd name="connsiteX196" fmla="*/ 15516 w 12217206"/>
              <a:gd name="connsiteY196" fmla="*/ 4340320 h 4977304"/>
              <a:gd name="connsiteX197" fmla="*/ 2 w 12217206"/>
              <a:gd name="connsiteY197" fmla="*/ 4334381 h 4977304"/>
              <a:gd name="connsiteX198" fmla="*/ 2 w 12217206"/>
              <a:gd name="connsiteY198" fmla="*/ 3589361 h 4977304"/>
              <a:gd name="connsiteX199" fmla="*/ 0 w 12217206"/>
              <a:gd name="connsiteY199" fmla="*/ 3589361 h 4977304"/>
              <a:gd name="connsiteX200" fmla="*/ 0 w 12217206"/>
              <a:gd name="connsiteY200" fmla="*/ 3513036 h 4977304"/>
              <a:gd name="connsiteX201" fmla="*/ 0 w 12217206"/>
              <a:gd name="connsiteY201" fmla="*/ 2672265 h 4977304"/>
              <a:gd name="connsiteX202" fmla="*/ 0 w 12217206"/>
              <a:gd name="connsiteY202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2000 w 12198158"/>
              <a:gd name="connsiteY2" fmla="*/ 2726958 h 4977304"/>
              <a:gd name="connsiteX3" fmla="*/ 12198158 w 12198158"/>
              <a:gd name="connsiteY3" fmla="*/ 3664565 h 4977304"/>
              <a:gd name="connsiteX4" fmla="*/ 12132764 w 12198158"/>
              <a:gd name="connsiteY4" fmla="*/ 3748492 h 4977304"/>
              <a:gd name="connsiteX5" fmla="*/ 12053056 w 12198158"/>
              <a:gd name="connsiteY5" fmla="*/ 3749753 h 4977304"/>
              <a:gd name="connsiteX6" fmla="*/ 11938513 w 12198158"/>
              <a:gd name="connsiteY6" fmla="*/ 3754367 h 4977304"/>
              <a:gd name="connsiteX7" fmla="*/ 11853342 w 12198158"/>
              <a:gd name="connsiteY7" fmla="*/ 3782688 h 4977304"/>
              <a:gd name="connsiteX8" fmla="*/ 11704569 w 12198158"/>
              <a:gd name="connsiteY8" fmla="*/ 3839336 h 4977304"/>
              <a:gd name="connsiteX9" fmla="*/ 11577641 w 12198158"/>
              <a:gd name="connsiteY9" fmla="*/ 3885996 h 4977304"/>
              <a:gd name="connsiteX10" fmla="*/ 11508791 w 12198158"/>
              <a:gd name="connsiteY10" fmla="*/ 3969283 h 4977304"/>
              <a:gd name="connsiteX11" fmla="*/ 11388373 w 12198158"/>
              <a:gd name="connsiteY11" fmla="*/ 4027440 h 4977304"/>
              <a:gd name="connsiteX12" fmla="*/ 11276406 w 12198158"/>
              <a:gd name="connsiteY12" fmla="*/ 4056099 h 4977304"/>
              <a:gd name="connsiteX13" fmla="*/ 11190251 w 12198158"/>
              <a:gd name="connsiteY13" fmla="*/ 4073272 h 4977304"/>
              <a:gd name="connsiteX14" fmla="*/ 11139995 w 12198158"/>
              <a:gd name="connsiteY14" fmla="*/ 4081811 h 4977304"/>
              <a:gd name="connsiteX15" fmla="*/ 11040727 w 12198158"/>
              <a:gd name="connsiteY15" fmla="*/ 4081109 h 4977304"/>
              <a:gd name="connsiteX16" fmla="*/ 10969005 w 12198158"/>
              <a:gd name="connsiteY16" fmla="*/ 4091154 h 4977304"/>
              <a:gd name="connsiteX17" fmla="*/ 10899772 w 12198158"/>
              <a:gd name="connsiteY17" fmla="*/ 4122857 h 4977304"/>
              <a:gd name="connsiteX18" fmla="*/ 10838983 w 12198158"/>
              <a:gd name="connsiteY18" fmla="*/ 4155791 h 4977304"/>
              <a:gd name="connsiteX19" fmla="*/ 10769520 w 12198158"/>
              <a:gd name="connsiteY19" fmla="*/ 4198574 h 4977304"/>
              <a:gd name="connsiteX20" fmla="*/ 10570843 w 12198158"/>
              <a:gd name="connsiteY20" fmla="*/ 4255424 h 4977304"/>
              <a:gd name="connsiteX21" fmla="*/ 10512263 w 12198158"/>
              <a:gd name="connsiteY21" fmla="*/ 4291698 h 4977304"/>
              <a:gd name="connsiteX22" fmla="*/ 10439016 w 12198158"/>
              <a:gd name="connsiteY22" fmla="*/ 4293933 h 4977304"/>
              <a:gd name="connsiteX23" fmla="*/ 10376941 w 12198158"/>
              <a:gd name="connsiteY23" fmla="*/ 4298111 h 4977304"/>
              <a:gd name="connsiteX24" fmla="*/ 10329960 w 12198158"/>
              <a:gd name="connsiteY24" fmla="*/ 4298774 h 4977304"/>
              <a:gd name="connsiteX25" fmla="*/ 10254256 w 12198158"/>
              <a:gd name="connsiteY25" fmla="*/ 4309364 h 4977304"/>
              <a:gd name="connsiteX26" fmla="*/ 10119745 w 12198158"/>
              <a:gd name="connsiteY26" fmla="*/ 4321869 h 4977304"/>
              <a:gd name="connsiteX27" fmla="*/ 10075444 w 12198158"/>
              <a:gd name="connsiteY27" fmla="*/ 4324144 h 4977304"/>
              <a:gd name="connsiteX28" fmla="*/ 10032543 w 12198158"/>
              <a:gd name="connsiteY28" fmla="*/ 4322337 h 4977304"/>
              <a:gd name="connsiteX29" fmla="*/ 9953375 w 12198158"/>
              <a:gd name="connsiteY29" fmla="*/ 4339186 h 4977304"/>
              <a:gd name="connsiteX30" fmla="*/ 9841223 w 12198158"/>
              <a:gd name="connsiteY30" fmla="*/ 4346536 h 4977304"/>
              <a:gd name="connsiteX31" fmla="*/ 9721820 w 12198158"/>
              <a:gd name="connsiteY31" fmla="*/ 4368481 h 4977304"/>
              <a:gd name="connsiteX32" fmla="*/ 9578114 w 12198158"/>
              <a:gd name="connsiteY32" fmla="*/ 4380883 h 4977304"/>
              <a:gd name="connsiteX33" fmla="*/ 9336820 w 12198158"/>
              <a:gd name="connsiteY33" fmla="*/ 4430514 h 4977304"/>
              <a:gd name="connsiteX34" fmla="*/ 9272837 w 12198158"/>
              <a:gd name="connsiteY34" fmla="*/ 4491645 h 4977304"/>
              <a:gd name="connsiteX35" fmla="*/ 9188677 w 12198158"/>
              <a:gd name="connsiteY35" fmla="*/ 4497828 h 4977304"/>
              <a:gd name="connsiteX36" fmla="*/ 9183116 w 12198158"/>
              <a:gd name="connsiteY36" fmla="*/ 4507862 h 4977304"/>
              <a:gd name="connsiteX37" fmla="*/ 9145128 w 12198158"/>
              <a:gd name="connsiteY37" fmla="*/ 4520027 h 4977304"/>
              <a:gd name="connsiteX38" fmla="*/ 9144106 w 12198158"/>
              <a:gd name="connsiteY38" fmla="*/ 4518870 h 4977304"/>
              <a:gd name="connsiteX39" fmla="*/ 9131223 w 12198158"/>
              <a:gd name="connsiteY39" fmla="*/ 4516515 h 4977304"/>
              <a:gd name="connsiteX40" fmla="*/ 9107733 w 12198158"/>
              <a:gd name="connsiteY40" fmla="*/ 4515031 h 4977304"/>
              <a:gd name="connsiteX41" fmla="*/ 9047414 w 12198158"/>
              <a:gd name="connsiteY41" fmla="*/ 4506003 h 4977304"/>
              <a:gd name="connsiteX42" fmla="*/ 8999479 w 12198158"/>
              <a:gd name="connsiteY42" fmla="*/ 4509570 h 4977304"/>
              <a:gd name="connsiteX43" fmla="*/ 8999194 w 12198158"/>
              <a:gd name="connsiteY43" fmla="*/ 4509309 h 4977304"/>
              <a:gd name="connsiteX44" fmla="*/ 8990231 w 12198158"/>
              <a:gd name="connsiteY44" fmla="*/ 4510625 h 4977304"/>
              <a:gd name="connsiteX45" fmla="*/ 8984397 w 12198158"/>
              <a:gd name="connsiteY45" fmla="*/ 4512863 h 4977304"/>
              <a:gd name="connsiteX46" fmla="*/ 8968351 w 12198158"/>
              <a:gd name="connsiteY46" fmla="*/ 4516366 h 4977304"/>
              <a:gd name="connsiteX47" fmla="*/ 8962029 w 12198158"/>
              <a:gd name="connsiteY47" fmla="*/ 4515606 h 4977304"/>
              <a:gd name="connsiteX48" fmla="*/ 8957069 w 12198158"/>
              <a:gd name="connsiteY48" fmla="*/ 4513190 h 4977304"/>
              <a:gd name="connsiteX49" fmla="*/ 8889695 w 12198158"/>
              <a:gd name="connsiteY49" fmla="*/ 4533539 h 4977304"/>
              <a:gd name="connsiteX50" fmla="*/ 8746606 w 12198158"/>
              <a:gd name="connsiteY50" fmla="*/ 4530613 h 4977304"/>
              <a:gd name="connsiteX51" fmla="*/ 8702038 w 12198158"/>
              <a:gd name="connsiteY51" fmla="*/ 4532895 h 4977304"/>
              <a:gd name="connsiteX52" fmla="*/ 8590337 w 12198158"/>
              <a:gd name="connsiteY52" fmla="*/ 4542204 h 4977304"/>
              <a:gd name="connsiteX53" fmla="*/ 8519543 w 12198158"/>
              <a:gd name="connsiteY53" fmla="*/ 4526086 h 4977304"/>
              <a:gd name="connsiteX54" fmla="*/ 8505306 w 12198158"/>
              <a:gd name="connsiteY54" fmla="*/ 4532509 h 4977304"/>
              <a:gd name="connsiteX55" fmla="*/ 8500493 w 12198158"/>
              <a:gd name="connsiteY55" fmla="*/ 4535768 h 4977304"/>
              <a:gd name="connsiteX56" fmla="*/ 8492299 w 12198158"/>
              <a:gd name="connsiteY56" fmla="*/ 4538742 h 4977304"/>
              <a:gd name="connsiteX57" fmla="*/ 8491926 w 12198158"/>
              <a:gd name="connsiteY57" fmla="*/ 4538547 h 4977304"/>
              <a:gd name="connsiteX58" fmla="*/ 8484586 w 12198158"/>
              <a:gd name="connsiteY58" fmla="*/ 4541860 h 4977304"/>
              <a:gd name="connsiteX59" fmla="*/ 8361601 w 12198158"/>
              <a:gd name="connsiteY59" fmla="*/ 4557109 h 4977304"/>
              <a:gd name="connsiteX60" fmla="*/ 8348227 w 12198158"/>
              <a:gd name="connsiteY60" fmla="*/ 4557320 h 4977304"/>
              <a:gd name="connsiteX61" fmla="*/ 8346801 w 12198158"/>
              <a:gd name="connsiteY61" fmla="*/ 4556408 h 4977304"/>
              <a:gd name="connsiteX62" fmla="*/ 8308886 w 12198158"/>
              <a:gd name="connsiteY62" fmla="*/ 4575677 h 4977304"/>
              <a:gd name="connsiteX63" fmla="*/ 8289640 w 12198158"/>
              <a:gd name="connsiteY63" fmla="*/ 4590767 h 4977304"/>
              <a:gd name="connsiteX64" fmla="*/ 8278750 w 12198158"/>
              <a:gd name="connsiteY64" fmla="*/ 4597091 h 4977304"/>
              <a:gd name="connsiteX65" fmla="*/ 8277624 w 12198158"/>
              <a:gd name="connsiteY65" fmla="*/ 4601916 h 4977304"/>
              <a:gd name="connsiteX66" fmla="*/ 8260561 w 12198158"/>
              <a:gd name="connsiteY66" fmla="*/ 4609708 h 4977304"/>
              <a:gd name="connsiteX67" fmla="*/ 8257864 w 12198158"/>
              <a:gd name="connsiteY67" fmla="*/ 4609458 h 4977304"/>
              <a:gd name="connsiteX68" fmla="*/ 8246529 w 12198158"/>
              <a:gd name="connsiteY68" fmla="*/ 4620148 h 4977304"/>
              <a:gd name="connsiteX69" fmla="*/ 8240334 w 12198158"/>
              <a:gd name="connsiteY69" fmla="*/ 4634257 h 4977304"/>
              <a:gd name="connsiteX70" fmla="*/ 8084875 w 12198158"/>
              <a:gd name="connsiteY70" fmla="*/ 4684387 h 4977304"/>
              <a:gd name="connsiteX71" fmla="*/ 7900134 w 12198158"/>
              <a:gd name="connsiteY71" fmla="*/ 4729969 h 4977304"/>
              <a:gd name="connsiteX72" fmla="*/ 7713595 w 12198158"/>
              <a:gd name="connsiteY72" fmla="*/ 4757895 h 4977304"/>
              <a:gd name="connsiteX73" fmla="*/ 7609267 w 12198158"/>
              <a:gd name="connsiteY73" fmla="*/ 4754126 h 4977304"/>
              <a:gd name="connsiteX74" fmla="*/ 7522521 w 12198158"/>
              <a:gd name="connsiteY74" fmla="*/ 4760455 h 4977304"/>
              <a:gd name="connsiteX75" fmla="*/ 7514554 w 12198158"/>
              <a:gd name="connsiteY75" fmla="*/ 4763228 h 4977304"/>
              <a:gd name="connsiteX76" fmla="*/ 7502403 w 12198158"/>
              <a:gd name="connsiteY76" fmla="*/ 4764677 h 4977304"/>
              <a:gd name="connsiteX77" fmla="*/ 7502032 w 12198158"/>
              <a:gd name="connsiteY77" fmla="*/ 4764322 h 4977304"/>
              <a:gd name="connsiteX78" fmla="*/ 7490794 w 12198158"/>
              <a:gd name="connsiteY78" fmla="*/ 4766442 h 4977304"/>
              <a:gd name="connsiteX79" fmla="*/ 7400450 w 12198158"/>
              <a:gd name="connsiteY79" fmla="*/ 4757640 h 4977304"/>
              <a:gd name="connsiteX80" fmla="*/ 7307302 w 12198158"/>
              <a:gd name="connsiteY80" fmla="*/ 4747220 h 4977304"/>
              <a:gd name="connsiteX81" fmla="*/ 7305976 w 12198158"/>
              <a:gd name="connsiteY81" fmla="*/ 4745654 h 4977304"/>
              <a:gd name="connsiteX82" fmla="*/ 7213744 w 12198158"/>
              <a:gd name="connsiteY82" fmla="*/ 4773074 h 4977304"/>
              <a:gd name="connsiteX83" fmla="*/ 7196298 w 12198158"/>
              <a:gd name="connsiteY83" fmla="*/ 4778016 h 4977304"/>
              <a:gd name="connsiteX84" fmla="*/ 7192202 w 12198158"/>
              <a:gd name="connsiteY84" fmla="*/ 4783834 h 4977304"/>
              <a:gd name="connsiteX85" fmla="*/ 7166024 w 12198158"/>
              <a:gd name="connsiteY85" fmla="*/ 4788882 h 4977304"/>
              <a:gd name="connsiteX86" fmla="*/ 7092253 w 12198158"/>
              <a:gd name="connsiteY86" fmla="*/ 4802161 h 4977304"/>
              <a:gd name="connsiteX87" fmla="*/ 7013814 w 12198158"/>
              <a:gd name="connsiteY87" fmla="*/ 4801755 h 4977304"/>
              <a:gd name="connsiteX88" fmla="*/ 6899540 w 12198158"/>
              <a:gd name="connsiteY88" fmla="*/ 4833798 h 4977304"/>
              <a:gd name="connsiteX89" fmla="*/ 6703746 w 12198158"/>
              <a:gd name="connsiteY89" fmla="*/ 4864157 h 4977304"/>
              <a:gd name="connsiteX90" fmla="*/ 6545085 w 12198158"/>
              <a:gd name="connsiteY90" fmla="*/ 4895408 h 4977304"/>
              <a:gd name="connsiteX91" fmla="*/ 6313345 w 12198158"/>
              <a:gd name="connsiteY91" fmla="*/ 4946232 h 4977304"/>
              <a:gd name="connsiteX92" fmla="*/ 6164558 w 12198158"/>
              <a:gd name="connsiteY92" fmla="*/ 4948498 h 4977304"/>
              <a:gd name="connsiteX93" fmla="*/ 6069796 w 12198158"/>
              <a:gd name="connsiteY93" fmla="*/ 4970720 h 4977304"/>
              <a:gd name="connsiteX94" fmla="*/ 6064481 w 12198158"/>
              <a:gd name="connsiteY94" fmla="*/ 4969051 h 4977304"/>
              <a:gd name="connsiteX95" fmla="*/ 6044602 w 12198158"/>
              <a:gd name="connsiteY95" fmla="*/ 4969792 h 4977304"/>
              <a:gd name="connsiteX96" fmla="*/ 6037252 w 12198158"/>
              <a:gd name="connsiteY96" fmla="*/ 4960726 h 4977304"/>
              <a:gd name="connsiteX97" fmla="*/ 6006081 w 12198158"/>
              <a:gd name="connsiteY97" fmla="*/ 4955195 h 4977304"/>
              <a:gd name="connsiteX98" fmla="*/ 5920065 w 12198158"/>
              <a:gd name="connsiteY98" fmla="*/ 4944866 h 4977304"/>
              <a:gd name="connsiteX99" fmla="*/ 5755077 w 12198158"/>
              <a:gd name="connsiteY99" fmla="*/ 4976193 h 4977304"/>
              <a:gd name="connsiteX100" fmla="*/ 5623207 w 12198158"/>
              <a:gd name="connsiteY100" fmla="*/ 4977304 h 4977304"/>
              <a:gd name="connsiteX101" fmla="*/ 5467256 w 12198158"/>
              <a:gd name="connsiteY101" fmla="*/ 4962079 h 4977304"/>
              <a:gd name="connsiteX102" fmla="*/ 5429137 w 12198158"/>
              <a:gd name="connsiteY102" fmla="*/ 4949858 h 4977304"/>
              <a:gd name="connsiteX103" fmla="*/ 5378078 w 12198158"/>
              <a:gd name="connsiteY103" fmla="*/ 4930634 h 4977304"/>
              <a:gd name="connsiteX104" fmla="*/ 5258253 w 12198158"/>
              <a:gd name="connsiteY104" fmla="*/ 4908461 h 4977304"/>
              <a:gd name="connsiteX105" fmla="*/ 5219477 w 12198158"/>
              <a:gd name="connsiteY105" fmla="*/ 4896381 h 4977304"/>
              <a:gd name="connsiteX106" fmla="*/ 5171208 w 12198158"/>
              <a:gd name="connsiteY106" fmla="*/ 4893134 h 4977304"/>
              <a:gd name="connsiteX107" fmla="*/ 5153115 w 12198158"/>
              <a:gd name="connsiteY107" fmla="*/ 4885290 h 4977304"/>
              <a:gd name="connsiteX108" fmla="*/ 5139168 w 12198158"/>
              <a:gd name="connsiteY108" fmla="*/ 4881597 h 4977304"/>
              <a:gd name="connsiteX109" fmla="*/ 5136167 w 12198158"/>
              <a:gd name="connsiteY109" fmla="*/ 4879315 h 4977304"/>
              <a:gd name="connsiteX110" fmla="*/ 5118243 w 12198158"/>
              <a:gd name="connsiteY110" fmla="*/ 4867529 h 4977304"/>
              <a:gd name="connsiteX111" fmla="*/ 5062411 w 12198158"/>
              <a:gd name="connsiteY111" fmla="*/ 4874665 h 4977304"/>
              <a:gd name="connsiteX112" fmla="*/ 5008170 w 12198158"/>
              <a:gd name="connsiteY112" fmla="*/ 4856876 h 4977304"/>
              <a:gd name="connsiteX113" fmla="*/ 4837210 w 12198158"/>
              <a:gd name="connsiteY113" fmla="*/ 4830794 h 4977304"/>
              <a:gd name="connsiteX114" fmla="*/ 4759270 w 12198158"/>
              <a:gd name="connsiteY114" fmla="*/ 4800638 h 4977304"/>
              <a:gd name="connsiteX115" fmla="*/ 4720035 w 12198158"/>
              <a:gd name="connsiteY115" fmla="*/ 4790848 h 4977304"/>
              <a:gd name="connsiteX116" fmla="*/ 4718027 w 12198158"/>
              <a:gd name="connsiteY116" fmla="*/ 4790035 h 4977304"/>
              <a:gd name="connsiteX117" fmla="*/ 4718961 w 12198158"/>
              <a:gd name="connsiteY117" fmla="*/ 4789806 h 4977304"/>
              <a:gd name="connsiteX118" fmla="*/ 4714055 w 12198158"/>
              <a:gd name="connsiteY118" fmla="*/ 4788426 h 4977304"/>
              <a:gd name="connsiteX119" fmla="*/ 4718027 w 12198158"/>
              <a:gd name="connsiteY119" fmla="*/ 4790035 h 4977304"/>
              <a:gd name="connsiteX120" fmla="*/ 4712381 w 12198158"/>
              <a:gd name="connsiteY120" fmla="*/ 4791420 h 4977304"/>
              <a:gd name="connsiteX121" fmla="*/ 4512801 w 12198158"/>
              <a:gd name="connsiteY121" fmla="*/ 4780666 h 4977304"/>
              <a:gd name="connsiteX122" fmla="*/ 4425588 w 12198158"/>
              <a:gd name="connsiteY122" fmla="*/ 4769100 h 4977304"/>
              <a:gd name="connsiteX123" fmla="*/ 4314086 w 12198158"/>
              <a:gd name="connsiteY123" fmla="*/ 4774822 h 4977304"/>
              <a:gd name="connsiteX124" fmla="*/ 4312230 w 12198158"/>
              <a:gd name="connsiteY124" fmla="*/ 4773365 h 4977304"/>
              <a:gd name="connsiteX125" fmla="*/ 4292278 w 12198158"/>
              <a:gd name="connsiteY125" fmla="*/ 4771325 h 4977304"/>
              <a:gd name="connsiteX126" fmla="*/ 4287201 w 12198158"/>
              <a:gd name="connsiteY126" fmla="*/ 4774493 h 4977304"/>
              <a:gd name="connsiteX127" fmla="*/ 4273289 w 12198158"/>
              <a:gd name="connsiteY127" fmla="*/ 4774225 h 4977304"/>
              <a:gd name="connsiteX128" fmla="*/ 4245283 w 12198158"/>
              <a:gd name="connsiteY128" fmla="*/ 4776749 h 4977304"/>
              <a:gd name="connsiteX129" fmla="*/ 4199245 w 12198158"/>
              <a:gd name="connsiteY129" fmla="*/ 4773714 h 4977304"/>
              <a:gd name="connsiteX130" fmla="*/ 4198941 w 12198158"/>
              <a:gd name="connsiteY130" fmla="*/ 4772347 h 4977304"/>
              <a:gd name="connsiteX131" fmla="*/ 4188453 w 12198158"/>
              <a:gd name="connsiteY131" fmla="*/ 4766228 h 4977304"/>
              <a:gd name="connsiteX132" fmla="*/ 4139982 w 12198158"/>
              <a:gd name="connsiteY132" fmla="*/ 4748999 h 4977304"/>
              <a:gd name="connsiteX133" fmla="*/ 4080374 w 12198158"/>
              <a:gd name="connsiteY133" fmla="*/ 4720184 h 4977304"/>
              <a:gd name="connsiteX134" fmla="*/ 4071828 w 12198158"/>
              <a:gd name="connsiteY134" fmla="*/ 4719278 h 4977304"/>
              <a:gd name="connsiteX135" fmla="*/ 4071710 w 12198158"/>
              <a:gd name="connsiteY135" fmla="*/ 4718953 h 4977304"/>
              <a:gd name="connsiteX136" fmla="*/ 4056247 w 12198158"/>
              <a:gd name="connsiteY136" fmla="*/ 4717622 h 4977304"/>
              <a:gd name="connsiteX137" fmla="*/ 4039668 w 12198158"/>
              <a:gd name="connsiteY137" fmla="*/ 4715861 h 4977304"/>
              <a:gd name="connsiteX138" fmla="*/ 4034303 w 12198158"/>
              <a:gd name="connsiteY138" fmla="*/ 4713218 h 4977304"/>
              <a:gd name="connsiteX139" fmla="*/ 4032672 w 12198158"/>
              <a:gd name="connsiteY139" fmla="*/ 4709236 h 4977304"/>
              <a:gd name="connsiteX140" fmla="*/ 4031088 w 12198158"/>
              <a:gd name="connsiteY140" fmla="*/ 4709491 h 4977304"/>
              <a:gd name="connsiteX141" fmla="*/ 4001867 w 12198158"/>
              <a:gd name="connsiteY141" fmla="*/ 4695842 h 4977304"/>
              <a:gd name="connsiteX142" fmla="*/ 3934220 w 12198158"/>
              <a:gd name="connsiteY142" fmla="*/ 4676884 h 4977304"/>
              <a:gd name="connsiteX143" fmla="*/ 3894676 w 12198158"/>
              <a:gd name="connsiteY143" fmla="*/ 4670743 h 4977304"/>
              <a:gd name="connsiteX144" fmla="*/ 3787232 w 12198158"/>
              <a:gd name="connsiteY144" fmla="*/ 4648764 h 4977304"/>
              <a:gd name="connsiteX145" fmla="*/ 3680057 w 12198158"/>
              <a:gd name="connsiteY145" fmla="*/ 4622784 h 4977304"/>
              <a:gd name="connsiteX146" fmla="*/ 3607627 w 12198158"/>
              <a:gd name="connsiteY146" fmla="*/ 4587738 h 4977304"/>
              <a:gd name="connsiteX147" fmla="*/ 3601451 w 12198158"/>
              <a:gd name="connsiteY147" fmla="*/ 4589218 h 4977304"/>
              <a:gd name="connsiteX148" fmla="*/ 3592338 w 12198158"/>
              <a:gd name="connsiteY148" fmla="*/ 4589396 h 4977304"/>
              <a:gd name="connsiteX149" fmla="*/ 3592104 w 12198158"/>
              <a:gd name="connsiteY149" fmla="*/ 4589103 h 4977304"/>
              <a:gd name="connsiteX150" fmla="*/ 3583586 w 12198158"/>
              <a:gd name="connsiteY150" fmla="*/ 4589853 h 4977304"/>
              <a:gd name="connsiteX151" fmla="*/ 3533777 w 12198158"/>
              <a:gd name="connsiteY151" fmla="*/ 4579320 h 4977304"/>
              <a:gd name="connsiteX152" fmla="*/ 3470906 w 12198158"/>
              <a:gd name="connsiteY152" fmla="*/ 4575344 h 4977304"/>
              <a:gd name="connsiteX153" fmla="*/ 3398460 w 12198158"/>
              <a:gd name="connsiteY153" fmla="*/ 4562260 h 4977304"/>
              <a:gd name="connsiteX154" fmla="*/ 3361644 w 12198158"/>
              <a:gd name="connsiteY154" fmla="*/ 4580670 h 4977304"/>
              <a:gd name="connsiteX155" fmla="*/ 3341795 w 12198158"/>
              <a:gd name="connsiteY155" fmla="*/ 4582496 h 4977304"/>
              <a:gd name="connsiteX156" fmla="*/ 3339469 w 12198158"/>
              <a:gd name="connsiteY156" fmla="*/ 4581438 h 4977304"/>
              <a:gd name="connsiteX157" fmla="*/ 3260180 w 12198158"/>
              <a:gd name="connsiteY157" fmla="*/ 4587820 h 4977304"/>
              <a:gd name="connsiteX158" fmla="*/ 3140460 w 12198158"/>
              <a:gd name="connsiteY158" fmla="*/ 4596263 h 4977304"/>
              <a:gd name="connsiteX159" fmla="*/ 3028270 w 12198158"/>
              <a:gd name="connsiteY159" fmla="*/ 4599134 h 4977304"/>
              <a:gd name="connsiteX160" fmla="*/ 2779714 w 12198158"/>
              <a:gd name="connsiteY160" fmla="*/ 4622831 h 4977304"/>
              <a:gd name="connsiteX161" fmla="*/ 2649525 w 12198158"/>
              <a:gd name="connsiteY161" fmla="*/ 4658086 h 4977304"/>
              <a:gd name="connsiteX162" fmla="*/ 2566315 w 12198158"/>
              <a:gd name="connsiteY162" fmla="*/ 4605776 h 4977304"/>
              <a:gd name="connsiteX163" fmla="*/ 2441626 w 12198158"/>
              <a:gd name="connsiteY163" fmla="*/ 4620872 h 4977304"/>
              <a:gd name="connsiteX164" fmla="*/ 2313568 w 12198158"/>
              <a:gd name="connsiteY164" fmla="*/ 4630067 h 4977304"/>
              <a:gd name="connsiteX165" fmla="*/ 2207105 w 12198158"/>
              <a:gd name="connsiteY165" fmla="*/ 4624384 h 4977304"/>
              <a:gd name="connsiteX166" fmla="*/ 2093268 w 12198158"/>
              <a:gd name="connsiteY166" fmla="*/ 4606236 h 4977304"/>
              <a:gd name="connsiteX167" fmla="*/ 1996024 w 12198158"/>
              <a:gd name="connsiteY167" fmla="*/ 4597526 h 4977304"/>
              <a:gd name="connsiteX168" fmla="*/ 1926886 w 12198158"/>
              <a:gd name="connsiteY168" fmla="*/ 4621358 h 4977304"/>
              <a:gd name="connsiteX169" fmla="*/ 1920368 w 12198158"/>
              <a:gd name="connsiteY169" fmla="*/ 4616112 h 4977304"/>
              <a:gd name="connsiteX170" fmla="*/ 1871831 w 12198158"/>
              <a:gd name="connsiteY170" fmla="*/ 4617844 h 4977304"/>
              <a:gd name="connsiteX171" fmla="*/ 1785463 w 12198158"/>
              <a:gd name="connsiteY171" fmla="*/ 4647841 h 4977304"/>
              <a:gd name="connsiteX172" fmla="*/ 1737045 w 12198158"/>
              <a:gd name="connsiteY172" fmla="*/ 4642356 h 4977304"/>
              <a:gd name="connsiteX173" fmla="*/ 1673954 w 12198158"/>
              <a:gd name="connsiteY173" fmla="*/ 4624601 h 4977304"/>
              <a:gd name="connsiteX174" fmla="*/ 1602834 w 12198158"/>
              <a:gd name="connsiteY174" fmla="*/ 4640924 h 4977304"/>
              <a:gd name="connsiteX175" fmla="*/ 1490351 w 12198158"/>
              <a:gd name="connsiteY175" fmla="*/ 4613132 h 4977304"/>
              <a:gd name="connsiteX176" fmla="*/ 1149212 w 12198158"/>
              <a:gd name="connsiteY176" fmla="*/ 4564210 h 4977304"/>
              <a:gd name="connsiteX177" fmla="*/ 938574 w 12198158"/>
              <a:gd name="connsiteY177" fmla="*/ 4566821 h 4977304"/>
              <a:gd name="connsiteX178" fmla="*/ 857697 w 12198158"/>
              <a:gd name="connsiteY178" fmla="*/ 4525391 h 4977304"/>
              <a:gd name="connsiteX179" fmla="*/ 836981 w 12198158"/>
              <a:gd name="connsiteY179" fmla="*/ 4526708 h 4977304"/>
              <a:gd name="connsiteX180" fmla="*/ 816264 w 12198158"/>
              <a:gd name="connsiteY180" fmla="*/ 4524575 h 4977304"/>
              <a:gd name="connsiteX181" fmla="*/ 810965 w 12198158"/>
              <a:gd name="connsiteY181" fmla="*/ 4527718 h 4977304"/>
              <a:gd name="connsiteX182" fmla="*/ 796509 w 12198158"/>
              <a:gd name="connsiteY182" fmla="*/ 4527387 h 4977304"/>
              <a:gd name="connsiteX183" fmla="*/ 767389 w 12198158"/>
              <a:gd name="connsiteY183" fmla="*/ 4529784 h 4977304"/>
              <a:gd name="connsiteX184" fmla="*/ 762544 w 12198158"/>
              <a:gd name="connsiteY184" fmla="*/ 4527372 h 4977304"/>
              <a:gd name="connsiteX185" fmla="*/ 719567 w 12198158"/>
              <a:gd name="connsiteY185" fmla="*/ 4526534 h 4977304"/>
              <a:gd name="connsiteX186" fmla="*/ 719262 w 12198158"/>
              <a:gd name="connsiteY186" fmla="*/ 4525164 h 4977304"/>
              <a:gd name="connsiteX187" fmla="*/ 708402 w 12198158"/>
              <a:gd name="connsiteY187" fmla="*/ 4518999 h 4977304"/>
              <a:gd name="connsiteX188" fmla="*/ 596394 w 12198158"/>
              <a:gd name="connsiteY188" fmla="*/ 4472455 h 4977304"/>
              <a:gd name="connsiteX189" fmla="*/ 578149 w 12198158"/>
              <a:gd name="connsiteY189" fmla="*/ 4469575 h 4977304"/>
              <a:gd name="connsiteX190" fmla="*/ 571336 w 12198158"/>
              <a:gd name="connsiteY190" fmla="*/ 4469781 h 4977304"/>
              <a:gd name="connsiteX191" fmla="*/ 444802 w 12198158"/>
              <a:gd name="connsiteY191" fmla="*/ 4428480 h 4977304"/>
              <a:gd name="connsiteX192" fmla="*/ 403746 w 12198158"/>
              <a:gd name="connsiteY192" fmla="*/ 4422157 h 4977304"/>
              <a:gd name="connsiteX193" fmla="*/ 292240 w 12198158"/>
              <a:gd name="connsiteY193" fmla="*/ 4399681 h 4977304"/>
              <a:gd name="connsiteX194" fmla="*/ 118302 w 12198158"/>
              <a:gd name="connsiteY194" fmla="*/ 4343421 h 4977304"/>
              <a:gd name="connsiteX195" fmla="*/ 15516 w 12198158"/>
              <a:gd name="connsiteY195" fmla="*/ 4340320 h 4977304"/>
              <a:gd name="connsiteX196" fmla="*/ 2 w 12198158"/>
              <a:gd name="connsiteY196" fmla="*/ 4334381 h 4977304"/>
              <a:gd name="connsiteX197" fmla="*/ 2 w 12198158"/>
              <a:gd name="connsiteY197" fmla="*/ 3589361 h 4977304"/>
              <a:gd name="connsiteX198" fmla="*/ 0 w 12198158"/>
              <a:gd name="connsiteY198" fmla="*/ 3589361 h 4977304"/>
              <a:gd name="connsiteX199" fmla="*/ 0 w 12198158"/>
              <a:gd name="connsiteY199" fmla="*/ 3513036 h 4977304"/>
              <a:gd name="connsiteX200" fmla="*/ 0 w 12198158"/>
              <a:gd name="connsiteY200" fmla="*/ 2672265 h 4977304"/>
              <a:gd name="connsiteX201" fmla="*/ 0 w 12198158"/>
              <a:gd name="connsiteY201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8158 w 12198158"/>
              <a:gd name="connsiteY2" fmla="*/ 3664565 h 4977304"/>
              <a:gd name="connsiteX3" fmla="*/ 12132764 w 12198158"/>
              <a:gd name="connsiteY3" fmla="*/ 3748492 h 4977304"/>
              <a:gd name="connsiteX4" fmla="*/ 12053056 w 12198158"/>
              <a:gd name="connsiteY4" fmla="*/ 3749753 h 4977304"/>
              <a:gd name="connsiteX5" fmla="*/ 11938513 w 12198158"/>
              <a:gd name="connsiteY5" fmla="*/ 3754367 h 4977304"/>
              <a:gd name="connsiteX6" fmla="*/ 11853342 w 12198158"/>
              <a:gd name="connsiteY6" fmla="*/ 3782688 h 4977304"/>
              <a:gd name="connsiteX7" fmla="*/ 11704569 w 12198158"/>
              <a:gd name="connsiteY7" fmla="*/ 3839336 h 4977304"/>
              <a:gd name="connsiteX8" fmla="*/ 11577641 w 12198158"/>
              <a:gd name="connsiteY8" fmla="*/ 3885996 h 4977304"/>
              <a:gd name="connsiteX9" fmla="*/ 11508791 w 12198158"/>
              <a:gd name="connsiteY9" fmla="*/ 3969283 h 4977304"/>
              <a:gd name="connsiteX10" fmla="*/ 11388373 w 12198158"/>
              <a:gd name="connsiteY10" fmla="*/ 4027440 h 4977304"/>
              <a:gd name="connsiteX11" fmla="*/ 11276406 w 12198158"/>
              <a:gd name="connsiteY11" fmla="*/ 4056099 h 4977304"/>
              <a:gd name="connsiteX12" fmla="*/ 11190251 w 12198158"/>
              <a:gd name="connsiteY12" fmla="*/ 4073272 h 4977304"/>
              <a:gd name="connsiteX13" fmla="*/ 11139995 w 12198158"/>
              <a:gd name="connsiteY13" fmla="*/ 4081811 h 4977304"/>
              <a:gd name="connsiteX14" fmla="*/ 11040727 w 12198158"/>
              <a:gd name="connsiteY14" fmla="*/ 4081109 h 4977304"/>
              <a:gd name="connsiteX15" fmla="*/ 10969005 w 12198158"/>
              <a:gd name="connsiteY15" fmla="*/ 4091154 h 4977304"/>
              <a:gd name="connsiteX16" fmla="*/ 10899772 w 12198158"/>
              <a:gd name="connsiteY16" fmla="*/ 4122857 h 4977304"/>
              <a:gd name="connsiteX17" fmla="*/ 10838983 w 12198158"/>
              <a:gd name="connsiteY17" fmla="*/ 4155791 h 4977304"/>
              <a:gd name="connsiteX18" fmla="*/ 10769520 w 12198158"/>
              <a:gd name="connsiteY18" fmla="*/ 4198574 h 4977304"/>
              <a:gd name="connsiteX19" fmla="*/ 10570843 w 12198158"/>
              <a:gd name="connsiteY19" fmla="*/ 4255424 h 4977304"/>
              <a:gd name="connsiteX20" fmla="*/ 10512263 w 12198158"/>
              <a:gd name="connsiteY20" fmla="*/ 4291698 h 4977304"/>
              <a:gd name="connsiteX21" fmla="*/ 10439016 w 12198158"/>
              <a:gd name="connsiteY21" fmla="*/ 4293933 h 4977304"/>
              <a:gd name="connsiteX22" fmla="*/ 10376941 w 12198158"/>
              <a:gd name="connsiteY22" fmla="*/ 4298111 h 4977304"/>
              <a:gd name="connsiteX23" fmla="*/ 10329960 w 12198158"/>
              <a:gd name="connsiteY23" fmla="*/ 4298774 h 4977304"/>
              <a:gd name="connsiteX24" fmla="*/ 10254256 w 12198158"/>
              <a:gd name="connsiteY24" fmla="*/ 4309364 h 4977304"/>
              <a:gd name="connsiteX25" fmla="*/ 10119745 w 12198158"/>
              <a:gd name="connsiteY25" fmla="*/ 4321869 h 4977304"/>
              <a:gd name="connsiteX26" fmla="*/ 10075444 w 12198158"/>
              <a:gd name="connsiteY26" fmla="*/ 4324144 h 4977304"/>
              <a:gd name="connsiteX27" fmla="*/ 10032543 w 12198158"/>
              <a:gd name="connsiteY27" fmla="*/ 4322337 h 4977304"/>
              <a:gd name="connsiteX28" fmla="*/ 9953375 w 12198158"/>
              <a:gd name="connsiteY28" fmla="*/ 4339186 h 4977304"/>
              <a:gd name="connsiteX29" fmla="*/ 9841223 w 12198158"/>
              <a:gd name="connsiteY29" fmla="*/ 4346536 h 4977304"/>
              <a:gd name="connsiteX30" fmla="*/ 9721820 w 12198158"/>
              <a:gd name="connsiteY30" fmla="*/ 4368481 h 4977304"/>
              <a:gd name="connsiteX31" fmla="*/ 9578114 w 12198158"/>
              <a:gd name="connsiteY31" fmla="*/ 4380883 h 4977304"/>
              <a:gd name="connsiteX32" fmla="*/ 9336820 w 12198158"/>
              <a:gd name="connsiteY32" fmla="*/ 4430514 h 4977304"/>
              <a:gd name="connsiteX33" fmla="*/ 9272837 w 12198158"/>
              <a:gd name="connsiteY33" fmla="*/ 4491645 h 4977304"/>
              <a:gd name="connsiteX34" fmla="*/ 9188677 w 12198158"/>
              <a:gd name="connsiteY34" fmla="*/ 4497828 h 4977304"/>
              <a:gd name="connsiteX35" fmla="*/ 9183116 w 12198158"/>
              <a:gd name="connsiteY35" fmla="*/ 4507862 h 4977304"/>
              <a:gd name="connsiteX36" fmla="*/ 9145128 w 12198158"/>
              <a:gd name="connsiteY36" fmla="*/ 4520027 h 4977304"/>
              <a:gd name="connsiteX37" fmla="*/ 9144106 w 12198158"/>
              <a:gd name="connsiteY37" fmla="*/ 4518870 h 4977304"/>
              <a:gd name="connsiteX38" fmla="*/ 9131223 w 12198158"/>
              <a:gd name="connsiteY38" fmla="*/ 4516515 h 4977304"/>
              <a:gd name="connsiteX39" fmla="*/ 9107733 w 12198158"/>
              <a:gd name="connsiteY39" fmla="*/ 4515031 h 4977304"/>
              <a:gd name="connsiteX40" fmla="*/ 9047414 w 12198158"/>
              <a:gd name="connsiteY40" fmla="*/ 4506003 h 4977304"/>
              <a:gd name="connsiteX41" fmla="*/ 8999479 w 12198158"/>
              <a:gd name="connsiteY41" fmla="*/ 4509570 h 4977304"/>
              <a:gd name="connsiteX42" fmla="*/ 8999194 w 12198158"/>
              <a:gd name="connsiteY42" fmla="*/ 4509309 h 4977304"/>
              <a:gd name="connsiteX43" fmla="*/ 8990231 w 12198158"/>
              <a:gd name="connsiteY43" fmla="*/ 4510625 h 4977304"/>
              <a:gd name="connsiteX44" fmla="*/ 8984397 w 12198158"/>
              <a:gd name="connsiteY44" fmla="*/ 4512863 h 4977304"/>
              <a:gd name="connsiteX45" fmla="*/ 8968351 w 12198158"/>
              <a:gd name="connsiteY45" fmla="*/ 4516366 h 4977304"/>
              <a:gd name="connsiteX46" fmla="*/ 8962029 w 12198158"/>
              <a:gd name="connsiteY46" fmla="*/ 4515606 h 4977304"/>
              <a:gd name="connsiteX47" fmla="*/ 8957069 w 12198158"/>
              <a:gd name="connsiteY47" fmla="*/ 4513190 h 4977304"/>
              <a:gd name="connsiteX48" fmla="*/ 8889695 w 12198158"/>
              <a:gd name="connsiteY48" fmla="*/ 4533539 h 4977304"/>
              <a:gd name="connsiteX49" fmla="*/ 8746606 w 12198158"/>
              <a:gd name="connsiteY49" fmla="*/ 4530613 h 4977304"/>
              <a:gd name="connsiteX50" fmla="*/ 8702038 w 12198158"/>
              <a:gd name="connsiteY50" fmla="*/ 4532895 h 4977304"/>
              <a:gd name="connsiteX51" fmla="*/ 8590337 w 12198158"/>
              <a:gd name="connsiteY51" fmla="*/ 4542204 h 4977304"/>
              <a:gd name="connsiteX52" fmla="*/ 8519543 w 12198158"/>
              <a:gd name="connsiteY52" fmla="*/ 4526086 h 4977304"/>
              <a:gd name="connsiteX53" fmla="*/ 8505306 w 12198158"/>
              <a:gd name="connsiteY53" fmla="*/ 4532509 h 4977304"/>
              <a:gd name="connsiteX54" fmla="*/ 8500493 w 12198158"/>
              <a:gd name="connsiteY54" fmla="*/ 4535768 h 4977304"/>
              <a:gd name="connsiteX55" fmla="*/ 8492299 w 12198158"/>
              <a:gd name="connsiteY55" fmla="*/ 4538742 h 4977304"/>
              <a:gd name="connsiteX56" fmla="*/ 8491926 w 12198158"/>
              <a:gd name="connsiteY56" fmla="*/ 4538547 h 4977304"/>
              <a:gd name="connsiteX57" fmla="*/ 8484586 w 12198158"/>
              <a:gd name="connsiteY57" fmla="*/ 4541860 h 4977304"/>
              <a:gd name="connsiteX58" fmla="*/ 8361601 w 12198158"/>
              <a:gd name="connsiteY58" fmla="*/ 4557109 h 4977304"/>
              <a:gd name="connsiteX59" fmla="*/ 8348227 w 12198158"/>
              <a:gd name="connsiteY59" fmla="*/ 4557320 h 4977304"/>
              <a:gd name="connsiteX60" fmla="*/ 8346801 w 12198158"/>
              <a:gd name="connsiteY60" fmla="*/ 4556408 h 4977304"/>
              <a:gd name="connsiteX61" fmla="*/ 8308886 w 12198158"/>
              <a:gd name="connsiteY61" fmla="*/ 4575677 h 4977304"/>
              <a:gd name="connsiteX62" fmla="*/ 8289640 w 12198158"/>
              <a:gd name="connsiteY62" fmla="*/ 4590767 h 4977304"/>
              <a:gd name="connsiteX63" fmla="*/ 8278750 w 12198158"/>
              <a:gd name="connsiteY63" fmla="*/ 4597091 h 4977304"/>
              <a:gd name="connsiteX64" fmla="*/ 8277624 w 12198158"/>
              <a:gd name="connsiteY64" fmla="*/ 4601916 h 4977304"/>
              <a:gd name="connsiteX65" fmla="*/ 8260561 w 12198158"/>
              <a:gd name="connsiteY65" fmla="*/ 4609708 h 4977304"/>
              <a:gd name="connsiteX66" fmla="*/ 8257864 w 12198158"/>
              <a:gd name="connsiteY66" fmla="*/ 4609458 h 4977304"/>
              <a:gd name="connsiteX67" fmla="*/ 8246529 w 12198158"/>
              <a:gd name="connsiteY67" fmla="*/ 4620148 h 4977304"/>
              <a:gd name="connsiteX68" fmla="*/ 8240334 w 12198158"/>
              <a:gd name="connsiteY68" fmla="*/ 4634257 h 4977304"/>
              <a:gd name="connsiteX69" fmla="*/ 8084875 w 12198158"/>
              <a:gd name="connsiteY69" fmla="*/ 4684387 h 4977304"/>
              <a:gd name="connsiteX70" fmla="*/ 7900134 w 12198158"/>
              <a:gd name="connsiteY70" fmla="*/ 4729969 h 4977304"/>
              <a:gd name="connsiteX71" fmla="*/ 7713595 w 12198158"/>
              <a:gd name="connsiteY71" fmla="*/ 4757895 h 4977304"/>
              <a:gd name="connsiteX72" fmla="*/ 7609267 w 12198158"/>
              <a:gd name="connsiteY72" fmla="*/ 4754126 h 4977304"/>
              <a:gd name="connsiteX73" fmla="*/ 7522521 w 12198158"/>
              <a:gd name="connsiteY73" fmla="*/ 4760455 h 4977304"/>
              <a:gd name="connsiteX74" fmla="*/ 7514554 w 12198158"/>
              <a:gd name="connsiteY74" fmla="*/ 4763228 h 4977304"/>
              <a:gd name="connsiteX75" fmla="*/ 7502403 w 12198158"/>
              <a:gd name="connsiteY75" fmla="*/ 4764677 h 4977304"/>
              <a:gd name="connsiteX76" fmla="*/ 7502032 w 12198158"/>
              <a:gd name="connsiteY76" fmla="*/ 4764322 h 4977304"/>
              <a:gd name="connsiteX77" fmla="*/ 7490794 w 12198158"/>
              <a:gd name="connsiteY77" fmla="*/ 4766442 h 4977304"/>
              <a:gd name="connsiteX78" fmla="*/ 7400450 w 12198158"/>
              <a:gd name="connsiteY78" fmla="*/ 4757640 h 4977304"/>
              <a:gd name="connsiteX79" fmla="*/ 7307302 w 12198158"/>
              <a:gd name="connsiteY79" fmla="*/ 4747220 h 4977304"/>
              <a:gd name="connsiteX80" fmla="*/ 7305976 w 12198158"/>
              <a:gd name="connsiteY80" fmla="*/ 4745654 h 4977304"/>
              <a:gd name="connsiteX81" fmla="*/ 7213744 w 12198158"/>
              <a:gd name="connsiteY81" fmla="*/ 4773074 h 4977304"/>
              <a:gd name="connsiteX82" fmla="*/ 7196298 w 12198158"/>
              <a:gd name="connsiteY82" fmla="*/ 4778016 h 4977304"/>
              <a:gd name="connsiteX83" fmla="*/ 7192202 w 12198158"/>
              <a:gd name="connsiteY83" fmla="*/ 4783834 h 4977304"/>
              <a:gd name="connsiteX84" fmla="*/ 7166024 w 12198158"/>
              <a:gd name="connsiteY84" fmla="*/ 4788882 h 4977304"/>
              <a:gd name="connsiteX85" fmla="*/ 7092253 w 12198158"/>
              <a:gd name="connsiteY85" fmla="*/ 4802161 h 4977304"/>
              <a:gd name="connsiteX86" fmla="*/ 7013814 w 12198158"/>
              <a:gd name="connsiteY86" fmla="*/ 4801755 h 4977304"/>
              <a:gd name="connsiteX87" fmla="*/ 6899540 w 12198158"/>
              <a:gd name="connsiteY87" fmla="*/ 4833798 h 4977304"/>
              <a:gd name="connsiteX88" fmla="*/ 6703746 w 12198158"/>
              <a:gd name="connsiteY88" fmla="*/ 4864157 h 4977304"/>
              <a:gd name="connsiteX89" fmla="*/ 6545085 w 12198158"/>
              <a:gd name="connsiteY89" fmla="*/ 4895408 h 4977304"/>
              <a:gd name="connsiteX90" fmla="*/ 6313345 w 12198158"/>
              <a:gd name="connsiteY90" fmla="*/ 4946232 h 4977304"/>
              <a:gd name="connsiteX91" fmla="*/ 6164558 w 12198158"/>
              <a:gd name="connsiteY91" fmla="*/ 4948498 h 4977304"/>
              <a:gd name="connsiteX92" fmla="*/ 6069796 w 12198158"/>
              <a:gd name="connsiteY92" fmla="*/ 4970720 h 4977304"/>
              <a:gd name="connsiteX93" fmla="*/ 6064481 w 12198158"/>
              <a:gd name="connsiteY93" fmla="*/ 4969051 h 4977304"/>
              <a:gd name="connsiteX94" fmla="*/ 6044602 w 12198158"/>
              <a:gd name="connsiteY94" fmla="*/ 4969792 h 4977304"/>
              <a:gd name="connsiteX95" fmla="*/ 6037252 w 12198158"/>
              <a:gd name="connsiteY95" fmla="*/ 4960726 h 4977304"/>
              <a:gd name="connsiteX96" fmla="*/ 6006081 w 12198158"/>
              <a:gd name="connsiteY96" fmla="*/ 4955195 h 4977304"/>
              <a:gd name="connsiteX97" fmla="*/ 5920065 w 12198158"/>
              <a:gd name="connsiteY97" fmla="*/ 4944866 h 4977304"/>
              <a:gd name="connsiteX98" fmla="*/ 5755077 w 12198158"/>
              <a:gd name="connsiteY98" fmla="*/ 4976193 h 4977304"/>
              <a:gd name="connsiteX99" fmla="*/ 5623207 w 12198158"/>
              <a:gd name="connsiteY99" fmla="*/ 4977304 h 4977304"/>
              <a:gd name="connsiteX100" fmla="*/ 5467256 w 12198158"/>
              <a:gd name="connsiteY100" fmla="*/ 4962079 h 4977304"/>
              <a:gd name="connsiteX101" fmla="*/ 5429137 w 12198158"/>
              <a:gd name="connsiteY101" fmla="*/ 4949858 h 4977304"/>
              <a:gd name="connsiteX102" fmla="*/ 5378078 w 12198158"/>
              <a:gd name="connsiteY102" fmla="*/ 4930634 h 4977304"/>
              <a:gd name="connsiteX103" fmla="*/ 5258253 w 12198158"/>
              <a:gd name="connsiteY103" fmla="*/ 4908461 h 4977304"/>
              <a:gd name="connsiteX104" fmla="*/ 5219477 w 12198158"/>
              <a:gd name="connsiteY104" fmla="*/ 4896381 h 4977304"/>
              <a:gd name="connsiteX105" fmla="*/ 5171208 w 12198158"/>
              <a:gd name="connsiteY105" fmla="*/ 4893134 h 4977304"/>
              <a:gd name="connsiteX106" fmla="*/ 5153115 w 12198158"/>
              <a:gd name="connsiteY106" fmla="*/ 4885290 h 4977304"/>
              <a:gd name="connsiteX107" fmla="*/ 5139168 w 12198158"/>
              <a:gd name="connsiteY107" fmla="*/ 4881597 h 4977304"/>
              <a:gd name="connsiteX108" fmla="*/ 5136167 w 12198158"/>
              <a:gd name="connsiteY108" fmla="*/ 4879315 h 4977304"/>
              <a:gd name="connsiteX109" fmla="*/ 5118243 w 12198158"/>
              <a:gd name="connsiteY109" fmla="*/ 4867529 h 4977304"/>
              <a:gd name="connsiteX110" fmla="*/ 5062411 w 12198158"/>
              <a:gd name="connsiteY110" fmla="*/ 4874665 h 4977304"/>
              <a:gd name="connsiteX111" fmla="*/ 5008170 w 12198158"/>
              <a:gd name="connsiteY111" fmla="*/ 4856876 h 4977304"/>
              <a:gd name="connsiteX112" fmla="*/ 4837210 w 12198158"/>
              <a:gd name="connsiteY112" fmla="*/ 4830794 h 4977304"/>
              <a:gd name="connsiteX113" fmla="*/ 4759270 w 12198158"/>
              <a:gd name="connsiteY113" fmla="*/ 4800638 h 4977304"/>
              <a:gd name="connsiteX114" fmla="*/ 4720035 w 12198158"/>
              <a:gd name="connsiteY114" fmla="*/ 4790848 h 4977304"/>
              <a:gd name="connsiteX115" fmla="*/ 4718027 w 12198158"/>
              <a:gd name="connsiteY115" fmla="*/ 4790035 h 4977304"/>
              <a:gd name="connsiteX116" fmla="*/ 4718961 w 12198158"/>
              <a:gd name="connsiteY116" fmla="*/ 4789806 h 4977304"/>
              <a:gd name="connsiteX117" fmla="*/ 4714055 w 12198158"/>
              <a:gd name="connsiteY117" fmla="*/ 4788426 h 4977304"/>
              <a:gd name="connsiteX118" fmla="*/ 4718027 w 12198158"/>
              <a:gd name="connsiteY118" fmla="*/ 4790035 h 4977304"/>
              <a:gd name="connsiteX119" fmla="*/ 4712381 w 12198158"/>
              <a:gd name="connsiteY119" fmla="*/ 4791420 h 4977304"/>
              <a:gd name="connsiteX120" fmla="*/ 4512801 w 12198158"/>
              <a:gd name="connsiteY120" fmla="*/ 4780666 h 4977304"/>
              <a:gd name="connsiteX121" fmla="*/ 4425588 w 12198158"/>
              <a:gd name="connsiteY121" fmla="*/ 4769100 h 4977304"/>
              <a:gd name="connsiteX122" fmla="*/ 4314086 w 12198158"/>
              <a:gd name="connsiteY122" fmla="*/ 4774822 h 4977304"/>
              <a:gd name="connsiteX123" fmla="*/ 4312230 w 12198158"/>
              <a:gd name="connsiteY123" fmla="*/ 4773365 h 4977304"/>
              <a:gd name="connsiteX124" fmla="*/ 4292278 w 12198158"/>
              <a:gd name="connsiteY124" fmla="*/ 4771325 h 4977304"/>
              <a:gd name="connsiteX125" fmla="*/ 4287201 w 12198158"/>
              <a:gd name="connsiteY125" fmla="*/ 4774493 h 4977304"/>
              <a:gd name="connsiteX126" fmla="*/ 4273289 w 12198158"/>
              <a:gd name="connsiteY126" fmla="*/ 4774225 h 4977304"/>
              <a:gd name="connsiteX127" fmla="*/ 4245283 w 12198158"/>
              <a:gd name="connsiteY127" fmla="*/ 4776749 h 4977304"/>
              <a:gd name="connsiteX128" fmla="*/ 4199245 w 12198158"/>
              <a:gd name="connsiteY128" fmla="*/ 4773714 h 4977304"/>
              <a:gd name="connsiteX129" fmla="*/ 4198941 w 12198158"/>
              <a:gd name="connsiteY129" fmla="*/ 4772347 h 4977304"/>
              <a:gd name="connsiteX130" fmla="*/ 4188453 w 12198158"/>
              <a:gd name="connsiteY130" fmla="*/ 4766228 h 4977304"/>
              <a:gd name="connsiteX131" fmla="*/ 4139982 w 12198158"/>
              <a:gd name="connsiteY131" fmla="*/ 4748999 h 4977304"/>
              <a:gd name="connsiteX132" fmla="*/ 4080374 w 12198158"/>
              <a:gd name="connsiteY132" fmla="*/ 4720184 h 4977304"/>
              <a:gd name="connsiteX133" fmla="*/ 4071828 w 12198158"/>
              <a:gd name="connsiteY133" fmla="*/ 4719278 h 4977304"/>
              <a:gd name="connsiteX134" fmla="*/ 4071710 w 12198158"/>
              <a:gd name="connsiteY134" fmla="*/ 4718953 h 4977304"/>
              <a:gd name="connsiteX135" fmla="*/ 4056247 w 12198158"/>
              <a:gd name="connsiteY135" fmla="*/ 4717622 h 4977304"/>
              <a:gd name="connsiteX136" fmla="*/ 4039668 w 12198158"/>
              <a:gd name="connsiteY136" fmla="*/ 4715861 h 4977304"/>
              <a:gd name="connsiteX137" fmla="*/ 4034303 w 12198158"/>
              <a:gd name="connsiteY137" fmla="*/ 4713218 h 4977304"/>
              <a:gd name="connsiteX138" fmla="*/ 4032672 w 12198158"/>
              <a:gd name="connsiteY138" fmla="*/ 4709236 h 4977304"/>
              <a:gd name="connsiteX139" fmla="*/ 4031088 w 12198158"/>
              <a:gd name="connsiteY139" fmla="*/ 4709491 h 4977304"/>
              <a:gd name="connsiteX140" fmla="*/ 4001867 w 12198158"/>
              <a:gd name="connsiteY140" fmla="*/ 4695842 h 4977304"/>
              <a:gd name="connsiteX141" fmla="*/ 3934220 w 12198158"/>
              <a:gd name="connsiteY141" fmla="*/ 4676884 h 4977304"/>
              <a:gd name="connsiteX142" fmla="*/ 3894676 w 12198158"/>
              <a:gd name="connsiteY142" fmla="*/ 4670743 h 4977304"/>
              <a:gd name="connsiteX143" fmla="*/ 3787232 w 12198158"/>
              <a:gd name="connsiteY143" fmla="*/ 4648764 h 4977304"/>
              <a:gd name="connsiteX144" fmla="*/ 3680057 w 12198158"/>
              <a:gd name="connsiteY144" fmla="*/ 4622784 h 4977304"/>
              <a:gd name="connsiteX145" fmla="*/ 3607627 w 12198158"/>
              <a:gd name="connsiteY145" fmla="*/ 4587738 h 4977304"/>
              <a:gd name="connsiteX146" fmla="*/ 3601451 w 12198158"/>
              <a:gd name="connsiteY146" fmla="*/ 4589218 h 4977304"/>
              <a:gd name="connsiteX147" fmla="*/ 3592338 w 12198158"/>
              <a:gd name="connsiteY147" fmla="*/ 4589396 h 4977304"/>
              <a:gd name="connsiteX148" fmla="*/ 3592104 w 12198158"/>
              <a:gd name="connsiteY148" fmla="*/ 4589103 h 4977304"/>
              <a:gd name="connsiteX149" fmla="*/ 3583586 w 12198158"/>
              <a:gd name="connsiteY149" fmla="*/ 4589853 h 4977304"/>
              <a:gd name="connsiteX150" fmla="*/ 3533777 w 12198158"/>
              <a:gd name="connsiteY150" fmla="*/ 4579320 h 4977304"/>
              <a:gd name="connsiteX151" fmla="*/ 3470906 w 12198158"/>
              <a:gd name="connsiteY151" fmla="*/ 4575344 h 4977304"/>
              <a:gd name="connsiteX152" fmla="*/ 3398460 w 12198158"/>
              <a:gd name="connsiteY152" fmla="*/ 4562260 h 4977304"/>
              <a:gd name="connsiteX153" fmla="*/ 3361644 w 12198158"/>
              <a:gd name="connsiteY153" fmla="*/ 4580670 h 4977304"/>
              <a:gd name="connsiteX154" fmla="*/ 3341795 w 12198158"/>
              <a:gd name="connsiteY154" fmla="*/ 4582496 h 4977304"/>
              <a:gd name="connsiteX155" fmla="*/ 3339469 w 12198158"/>
              <a:gd name="connsiteY155" fmla="*/ 4581438 h 4977304"/>
              <a:gd name="connsiteX156" fmla="*/ 3260180 w 12198158"/>
              <a:gd name="connsiteY156" fmla="*/ 4587820 h 4977304"/>
              <a:gd name="connsiteX157" fmla="*/ 3140460 w 12198158"/>
              <a:gd name="connsiteY157" fmla="*/ 4596263 h 4977304"/>
              <a:gd name="connsiteX158" fmla="*/ 3028270 w 12198158"/>
              <a:gd name="connsiteY158" fmla="*/ 4599134 h 4977304"/>
              <a:gd name="connsiteX159" fmla="*/ 2779714 w 12198158"/>
              <a:gd name="connsiteY159" fmla="*/ 4622831 h 4977304"/>
              <a:gd name="connsiteX160" fmla="*/ 2649525 w 12198158"/>
              <a:gd name="connsiteY160" fmla="*/ 4658086 h 4977304"/>
              <a:gd name="connsiteX161" fmla="*/ 2566315 w 12198158"/>
              <a:gd name="connsiteY161" fmla="*/ 4605776 h 4977304"/>
              <a:gd name="connsiteX162" fmla="*/ 2441626 w 12198158"/>
              <a:gd name="connsiteY162" fmla="*/ 4620872 h 4977304"/>
              <a:gd name="connsiteX163" fmla="*/ 2313568 w 12198158"/>
              <a:gd name="connsiteY163" fmla="*/ 4630067 h 4977304"/>
              <a:gd name="connsiteX164" fmla="*/ 2207105 w 12198158"/>
              <a:gd name="connsiteY164" fmla="*/ 4624384 h 4977304"/>
              <a:gd name="connsiteX165" fmla="*/ 2093268 w 12198158"/>
              <a:gd name="connsiteY165" fmla="*/ 4606236 h 4977304"/>
              <a:gd name="connsiteX166" fmla="*/ 1996024 w 12198158"/>
              <a:gd name="connsiteY166" fmla="*/ 4597526 h 4977304"/>
              <a:gd name="connsiteX167" fmla="*/ 1926886 w 12198158"/>
              <a:gd name="connsiteY167" fmla="*/ 4621358 h 4977304"/>
              <a:gd name="connsiteX168" fmla="*/ 1920368 w 12198158"/>
              <a:gd name="connsiteY168" fmla="*/ 4616112 h 4977304"/>
              <a:gd name="connsiteX169" fmla="*/ 1871831 w 12198158"/>
              <a:gd name="connsiteY169" fmla="*/ 4617844 h 4977304"/>
              <a:gd name="connsiteX170" fmla="*/ 1785463 w 12198158"/>
              <a:gd name="connsiteY170" fmla="*/ 4647841 h 4977304"/>
              <a:gd name="connsiteX171" fmla="*/ 1737045 w 12198158"/>
              <a:gd name="connsiteY171" fmla="*/ 4642356 h 4977304"/>
              <a:gd name="connsiteX172" fmla="*/ 1673954 w 12198158"/>
              <a:gd name="connsiteY172" fmla="*/ 4624601 h 4977304"/>
              <a:gd name="connsiteX173" fmla="*/ 1602834 w 12198158"/>
              <a:gd name="connsiteY173" fmla="*/ 4640924 h 4977304"/>
              <a:gd name="connsiteX174" fmla="*/ 1490351 w 12198158"/>
              <a:gd name="connsiteY174" fmla="*/ 4613132 h 4977304"/>
              <a:gd name="connsiteX175" fmla="*/ 1149212 w 12198158"/>
              <a:gd name="connsiteY175" fmla="*/ 4564210 h 4977304"/>
              <a:gd name="connsiteX176" fmla="*/ 938574 w 12198158"/>
              <a:gd name="connsiteY176" fmla="*/ 4566821 h 4977304"/>
              <a:gd name="connsiteX177" fmla="*/ 857697 w 12198158"/>
              <a:gd name="connsiteY177" fmla="*/ 4525391 h 4977304"/>
              <a:gd name="connsiteX178" fmla="*/ 836981 w 12198158"/>
              <a:gd name="connsiteY178" fmla="*/ 4526708 h 4977304"/>
              <a:gd name="connsiteX179" fmla="*/ 816264 w 12198158"/>
              <a:gd name="connsiteY179" fmla="*/ 4524575 h 4977304"/>
              <a:gd name="connsiteX180" fmla="*/ 810965 w 12198158"/>
              <a:gd name="connsiteY180" fmla="*/ 4527718 h 4977304"/>
              <a:gd name="connsiteX181" fmla="*/ 796509 w 12198158"/>
              <a:gd name="connsiteY181" fmla="*/ 4527387 h 4977304"/>
              <a:gd name="connsiteX182" fmla="*/ 767389 w 12198158"/>
              <a:gd name="connsiteY182" fmla="*/ 4529784 h 4977304"/>
              <a:gd name="connsiteX183" fmla="*/ 762544 w 12198158"/>
              <a:gd name="connsiteY183" fmla="*/ 4527372 h 4977304"/>
              <a:gd name="connsiteX184" fmla="*/ 719567 w 12198158"/>
              <a:gd name="connsiteY184" fmla="*/ 4526534 h 4977304"/>
              <a:gd name="connsiteX185" fmla="*/ 719262 w 12198158"/>
              <a:gd name="connsiteY185" fmla="*/ 4525164 h 4977304"/>
              <a:gd name="connsiteX186" fmla="*/ 708402 w 12198158"/>
              <a:gd name="connsiteY186" fmla="*/ 4518999 h 4977304"/>
              <a:gd name="connsiteX187" fmla="*/ 596394 w 12198158"/>
              <a:gd name="connsiteY187" fmla="*/ 4472455 h 4977304"/>
              <a:gd name="connsiteX188" fmla="*/ 578149 w 12198158"/>
              <a:gd name="connsiteY188" fmla="*/ 4469575 h 4977304"/>
              <a:gd name="connsiteX189" fmla="*/ 571336 w 12198158"/>
              <a:gd name="connsiteY189" fmla="*/ 4469781 h 4977304"/>
              <a:gd name="connsiteX190" fmla="*/ 444802 w 12198158"/>
              <a:gd name="connsiteY190" fmla="*/ 4428480 h 4977304"/>
              <a:gd name="connsiteX191" fmla="*/ 403746 w 12198158"/>
              <a:gd name="connsiteY191" fmla="*/ 4422157 h 4977304"/>
              <a:gd name="connsiteX192" fmla="*/ 292240 w 12198158"/>
              <a:gd name="connsiteY192" fmla="*/ 4399681 h 4977304"/>
              <a:gd name="connsiteX193" fmla="*/ 118302 w 12198158"/>
              <a:gd name="connsiteY193" fmla="*/ 4343421 h 4977304"/>
              <a:gd name="connsiteX194" fmla="*/ 15516 w 12198158"/>
              <a:gd name="connsiteY194" fmla="*/ 4340320 h 4977304"/>
              <a:gd name="connsiteX195" fmla="*/ 2 w 12198158"/>
              <a:gd name="connsiteY195" fmla="*/ 4334381 h 4977304"/>
              <a:gd name="connsiteX196" fmla="*/ 2 w 12198158"/>
              <a:gd name="connsiteY196" fmla="*/ 3589361 h 4977304"/>
              <a:gd name="connsiteX197" fmla="*/ 0 w 12198158"/>
              <a:gd name="connsiteY197" fmla="*/ 3589361 h 4977304"/>
              <a:gd name="connsiteX198" fmla="*/ 0 w 12198158"/>
              <a:gd name="connsiteY198" fmla="*/ 3513036 h 4977304"/>
              <a:gd name="connsiteX199" fmla="*/ 0 w 12198158"/>
              <a:gd name="connsiteY199" fmla="*/ 2672265 h 4977304"/>
              <a:gd name="connsiteX200" fmla="*/ 0 w 12198158"/>
              <a:gd name="connsiteY200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8158 w 12198158"/>
              <a:gd name="connsiteY2" fmla="*/ 3664565 h 4977304"/>
              <a:gd name="connsiteX3" fmla="*/ 12132764 w 12198158"/>
              <a:gd name="connsiteY3" fmla="*/ 3748492 h 4977304"/>
              <a:gd name="connsiteX4" fmla="*/ 12053056 w 12198158"/>
              <a:gd name="connsiteY4" fmla="*/ 3749753 h 4977304"/>
              <a:gd name="connsiteX5" fmla="*/ 11938513 w 12198158"/>
              <a:gd name="connsiteY5" fmla="*/ 3754367 h 4977304"/>
              <a:gd name="connsiteX6" fmla="*/ 11853342 w 12198158"/>
              <a:gd name="connsiteY6" fmla="*/ 3782688 h 4977304"/>
              <a:gd name="connsiteX7" fmla="*/ 11704569 w 12198158"/>
              <a:gd name="connsiteY7" fmla="*/ 3839336 h 4977304"/>
              <a:gd name="connsiteX8" fmla="*/ 11577641 w 12198158"/>
              <a:gd name="connsiteY8" fmla="*/ 3885996 h 4977304"/>
              <a:gd name="connsiteX9" fmla="*/ 11508791 w 12198158"/>
              <a:gd name="connsiteY9" fmla="*/ 3969283 h 4977304"/>
              <a:gd name="connsiteX10" fmla="*/ 11388373 w 12198158"/>
              <a:gd name="connsiteY10" fmla="*/ 4027440 h 4977304"/>
              <a:gd name="connsiteX11" fmla="*/ 11276406 w 12198158"/>
              <a:gd name="connsiteY11" fmla="*/ 4056099 h 4977304"/>
              <a:gd name="connsiteX12" fmla="*/ 11190251 w 12198158"/>
              <a:gd name="connsiteY12" fmla="*/ 4073272 h 4977304"/>
              <a:gd name="connsiteX13" fmla="*/ 11139995 w 12198158"/>
              <a:gd name="connsiteY13" fmla="*/ 4081811 h 4977304"/>
              <a:gd name="connsiteX14" fmla="*/ 11040727 w 12198158"/>
              <a:gd name="connsiteY14" fmla="*/ 4081109 h 4977304"/>
              <a:gd name="connsiteX15" fmla="*/ 10969005 w 12198158"/>
              <a:gd name="connsiteY15" fmla="*/ 4091154 h 4977304"/>
              <a:gd name="connsiteX16" fmla="*/ 10899772 w 12198158"/>
              <a:gd name="connsiteY16" fmla="*/ 4122857 h 4977304"/>
              <a:gd name="connsiteX17" fmla="*/ 10838983 w 12198158"/>
              <a:gd name="connsiteY17" fmla="*/ 4155791 h 4977304"/>
              <a:gd name="connsiteX18" fmla="*/ 10769520 w 12198158"/>
              <a:gd name="connsiteY18" fmla="*/ 4198574 h 4977304"/>
              <a:gd name="connsiteX19" fmla="*/ 10570843 w 12198158"/>
              <a:gd name="connsiteY19" fmla="*/ 4255424 h 4977304"/>
              <a:gd name="connsiteX20" fmla="*/ 10512263 w 12198158"/>
              <a:gd name="connsiteY20" fmla="*/ 4291698 h 4977304"/>
              <a:gd name="connsiteX21" fmla="*/ 10439016 w 12198158"/>
              <a:gd name="connsiteY21" fmla="*/ 4293933 h 4977304"/>
              <a:gd name="connsiteX22" fmla="*/ 10376941 w 12198158"/>
              <a:gd name="connsiteY22" fmla="*/ 4298111 h 4977304"/>
              <a:gd name="connsiteX23" fmla="*/ 10329960 w 12198158"/>
              <a:gd name="connsiteY23" fmla="*/ 4298774 h 4977304"/>
              <a:gd name="connsiteX24" fmla="*/ 10254256 w 12198158"/>
              <a:gd name="connsiteY24" fmla="*/ 4309364 h 4977304"/>
              <a:gd name="connsiteX25" fmla="*/ 10119745 w 12198158"/>
              <a:gd name="connsiteY25" fmla="*/ 4321869 h 4977304"/>
              <a:gd name="connsiteX26" fmla="*/ 10075444 w 12198158"/>
              <a:gd name="connsiteY26" fmla="*/ 4324144 h 4977304"/>
              <a:gd name="connsiteX27" fmla="*/ 10032543 w 12198158"/>
              <a:gd name="connsiteY27" fmla="*/ 4322337 h 4977304"/>
              <a:gd name="connsiteX28" fmla="*/ 9953375 w 12198158"/>
              <a:gd name="connsiteY28" fmla="*/ 4339186 h 4977304"/>
              <a:gd name="connsiteX29" fmla="*/ 9841223 w 12198158"/>
              <a:gd name="connsiteY29" fmla="*/ 4346536 h 4977304"/>
              <a:gd name="connsiteX30" fmla="*/ 9721820 w 12198158"/>
              <a:gd name="connsiteY30" fmla="*/ 4368481 h 4977304"/>
              <a:gd name="connsiteX31" fmla="*/ 9578114 w 12198158"/>
              <a:gd name="connsiteY31" fmla="*/ 4380883 h 4977304"/>
              <a:gd name="connsiteX32" fmla="*/ 9336820 w 12198158"/>
              <a:gd name="connsiteY32" fmla="*/ 4430514 h 4977304"/>
              <a:gd name="connsiteX33" fmla="*/ 9272837 w 12198158"/>
              <a:gd name="connsiteY33" fmla="*/ 4491645 h 4977304"/>
              <a:gd name="connsiteX34" fmla="*/ 9188677 w 12198158"/>
              <a:gd name="connsiteY34" fmla="*/ 4497828 h 4977304"/>
              <a:gd name="connsiteX35" fmla="*/ 9183116 w 12198158"/>
              <a:gd name="connsiteY35" fmla="*/ 4507862 h 4977304"/>
              <a:gd name="connsiteX36" fmla="*/ 9145128 w 12198158"/>
              <a:gd name="connsiteY36" fmla="*/ 4520027 h 4977304"/>
              <a:gd name="connsiteX37" fmla="*/ 9144106 w 12198158"/>
              <a:gd name="connsiteY37" fmla="*/ 4518870 h 4977304"/>
              <a:gd name="connsiteX38" fmla="*/ 9131223 w 12198158"/>
              <a:gd name="connsiteY38" fmla="*/ 4516515 h 4977304"/>
              <a:gd name="connsiteX39" fmla="*/ 9107733 w 12198158"/>
              <a:gd name="connsiteY39" fmla="*/ 4515031 h 4977304"/>
              <a:gd name="connsiteX40" fmla="*/ 9047414 w 12198158"/>
              <a:gd name="connsiteY40" fmla="*/ 4506003 h 4977304"/>
              <a:gd name="connsiteX41" fmla="*/ 8999479 w 12198158"/>
              <a:gd name="connsiteY41" fmla="*/ 4509570 h 4977304"/>
              <a:gd name="connsiteX42" fmla="*/ 8999194 w 12198158"/>
              <a:gd name="connsiteY42" fmla="*/ 4509309 h 4977304"/>
              <a:gd name="connsiteX43" fmla="*/ 8990231 w 12198158"/>
              <a:gd name="connsiteY43" fmla="*/ 4510625 h 4977304"/>
              <a:gd name="connsiteX44" fmla="*/ 8984397 w 12198158"/>
              <a:gd name="connsiteY44" fmla="*/ 4512863 h 4977304"/>
              <a:gd name="connsiteX45" fmla="*/ 8968351 w 12198158"/>
              <a:gd name="connsiteY45" fmla="*/ 4516366 h 4977304"/>
              <a:gd name="connsiteX46" fmla="*/ 8962029 w 12198158"/>
              <a:gd name="connsiteY46" fmla="*/ 4515606 h 4977304"/>
              <a:gd name="connsiteX47" fmla="*/ 8957069 w 12198158"/>
              <a:gd name="connsiteY47" fmla="*/ 4513190 h 4977304"/>
              <a:gd name="connsiteX48" fmla="*/ 8889695 w 12198158"/>
              <a:gd name="connsiteY48" fmla="*/ 4533539 h 4977304"/>
              <a:gd name="connsiteX49" fmla="*/ 8746606 w 12198158"/>
              <a:gd name="connsiteY49" fmla="*/ 4530613 h 4977304"/>
              <a:gd name="connsiteX50" fmla="*/ 8702038 w 12198158"/>
              <a:gd name="connsiteY50" fmla="*/ 4532895 h 4977304"/>
              <a:gd name="connsiteX51" fmla="*/ 8590337 w 12198158"/>
              <a:gd name="connsiteY51" fmla="*/ 4542204 h 4977304"/>
              <a:gd name="connsiteX52" fmla="*/ 8519543 w 12198158"/>
              <a:gd name="connsiteY52" fmla="*/ 4526086 h 4977304"/>
              <a:gd name="connsiteX53" fmla="*/ 8505306 w 12198158"/>
              <a:gd name="connsiteY53" fmla="*/ 4532509 h 4977304"/>
              <a:gd name="connsiteX54" fmla="*/ 8500493 w 12198158"/>
              <a:gd name="connsiteY54" fmla="*/ 4535768 h 4977304"/>
              <a:gd name="connsiteX55" fmla="*/ 8492299 w 12198158"/>
              <a:gd name="connsiteY55" fmla="*/ 4538742 h 4977304"/>
              <a:gd name="connsiteX56" fmla="*/ 8491926 w 12198158"/>
              <a:gd name="connsiteY56" fmla="*/ 4538547 h 4977304"/>
              <a:gd name="connsiteX57" fmla="*/ 8484586 w 12198158"/>
              <a:gd name="connsiteY57" fmla="*/ 4541860 h 4977304"/>
              <a:gd name="connsiteX58" fmla="*/ 8361601 w 12198158"/>
              <a:gd name="connsiteY58" fmla="*/ 4557109 h 4977304"/>
              <a:gd name="connsiteX59" fmla="*/ 8348227 w 12198158"/>
              <a:gd name="connsiteY59" fmla="*/ 4557320 h 4977304"/>
              <a:gd name="connsiteX60" fmla="*/ 8346801 w 12198158"/>
              <a:gd name="connsiteY60" fmla="*/ 4556408 h 4977304"/>
              <a:gd name="connsiteX61" fmla="*/ 8308886 w 12198158"/>
              <a:gd name="connsiteY61" fmla="*/ 4575677 h 4977304"/>
              <a:gd name="connsiteX62" fmla="*/ 8289640 w 12198158"/>
              <a:gd name="connsiteY62" fmla="*/ 4590767 h 4977304"/>
              <a:gd name="connsiteX63" fmla="*/ 8278750 w 12198158"/>
              <a:gd name="connsiteY63" fmla="*/ 4597091 h 4977304"/>
              <a:gd name="connsiteX64" fmla="*/ 8277624 w 12198158"/>
              <a:gd name="connsiteY64" fmla="*/ 4601916 h 4977304"/>
              <a:gd name="connsiteX65" fmla="*/ 8260561 w 12198158"/>
              <a:gd name="connsiteY65" fmla="*/ 4609708 h 4977304"/>
              <a:gd name="connsiteX66" fmla="*/ 8257864 w 12198158"/>
              <a:gd name="connsiteY66" fmla="*/ 4609458 h 4977304"/>
              <a:gd name="connsiteX67" fmla="*/ 8246529 w 12198158"/>
              <a:gd name="connsiteY67" fmla="*/ 4620148 h 4977304"/>
              <a:gd name="connsiteX68" fmla="*/ 8240334 w 12198158"/>
              <a:gd name="connsiteY68" fmla="*/ 4634257 h 4977304"/>
              <a:gd name="connsiteX69" fmla="*/ 8084875 w 12198158"/>
              <a:gd name="connsiteY69" fmla="*/ 4684387 h 4977304"/>
              <a:gd name="connsiteX70" fmla="*/ 7900134 w 12198158"/>
              <a:gd name="connsiteY70" fmla="*/ 4729969 h 4977304"/>
              <a:gd name="connsiteX71" fmla="*/ 7713595 w 12198158"/>
              <a:gd name="connsiteY71" fmla="*/ 4757895 h 4977304"/>
              <a:gd name="connsiteX72" fmla="*/ 7609267 w 12198158"/>
              <a:gd name="connsiteY72" fmla="*/ 4754126 h 4977304"/>
              <a:gd name="connsiteX73" fmla="*/ 7522521 w 12198158"/>
              <a:gd name="connsiteY73" fmla="*/ 4760455 h 4977304"/>
              <a:gd name="connsiteX74" fmla="*/ 7514554 w 12198158"/>
              <a:gd name="connsiteY74" fmla="*/ 4763228 h 4977304"/>
              <a:gd name="connsiteX75" fmla="*/ 7502403 w 12198158"/>
              <a:gd name="connsiteY75" fmla="*/ 4764677 h 4977304"/>
              <a:gd name="connsiteX76" fmla="*/ 7502032 w 12198158"/>
              <a:gd name="connsiteY76" fmla="*/ 4764322 h 4977304"/>
              <a:gd name="connsiteX77" fmla="*/ 7490794 w 12198158"/>
              <a:gd name="connsiteY77" fmla="*/ 4766442 h 4977304"/>
              <a:gd name="connsiteX78" fmla="*/ 7400450 w 12198158"/>
              <a:gd name="connsiteY78" fmla="*/ 4757640 h 4977304"/>
              <a:gd name="connsiteX79" fmla="*/ 7307302 w 12198158"/>
              <a:gd name="connsiteY79" fmla="*/ 4747220 h 4977304"/>
              <a:gd name="connsiteX80" fmla="*/ 7305976 w 12198158"/>
              <a:gd name="connsiteY80" fmla="*/ 4745654 h 4977304"/>
              <a:gd name="connsiteX81" fmla="*/ 7213744 w 12198158"/>
              <a:gd name="connsiteY81" fmla="*/ 4773074 h 4977304"/>
              <a:gd name="connsiteX82" fmla="*/ 7196298 w 12198158"/>
              <a:gd name="connsiteY82" fmla="*/ 4778016 h 4977304"/>
              <a:gd name="connsiteX83" fmla="*/ 7192202 w 12198158"/>
              <a:gd name="connsiteY83" fmla="*/ 4783834 h 4977304"/>
              <a:gd name="connsiteX84" fmla="*/ 7166024 w 12198158"/>
              <a:gd name="connsiteY84" fmla="*/ 4788882 h 4977304"/>
              <a:gd name="connsiteX85" fmla="*/ 7092253 w 12198158"/>
              <a:gd name="connsiteY85" fmla="*/ 4802161 h 4977304"/>
              <a:gd name="connsiteX86" fmla="*/ 7013814 w 12198158"/>
              <a:gd name="connsiteY86" fmla="*/ 4801755 h 4977304"/>
              <a:gd name="connsiteX87" fmla="*/ 6899540 w 12198158"/>
              <a:gd name="connsiteY87" fmla="*/ 4833798 h 4977304"/>
              <a:gd name="connsiteX88" fmla="*/ 6703746 w 12198158"/>
              <a:gd name="connsiteY88" fmla="*/ 4864157 h 4977304"/>
              <a:gd name="connsiteX89" fmla="*/ 6545085 w 12198158"/>
              <a:gd name="connsiteY89" fmla="*/ 4895408 h 4977304"/>
              <a:gd name="connsiteX90" fmla="*/ 6313345 w 12198158"/>
              <a:gd name="connsiteY90" fmla="*/ 4946232 h 4977304"/>
              <a:gd name="connsiteX91" fmla="*/ 6164558 w 12198158"/>
              <a:gd name="connsiteY91" fmla="*/ 4948498 h 4977304"/>
              <a:gd name="connsiteX92" fmla="*/ 6069796 w 12198158"/>
              <a:gd name="connsiteY92" fmla="*/ 4970720 h 4977304"/>
              <a:gd name="connsiteX93" fmla="*/ 6064481 w 12198158"/>
              <a:gd name="connsiteY93" fmla="*/ 4969051 h 4977304"/>
              <a:gd name="connsiteX94" fmla="*/ 6044602 w 12198158"/>
              <a:gd name="connsiteY94" fmla="*/ 4969792 h 4977304"/>
              <a:gd name="connsiteX95" fmla="*/ 6037252 w 12198158"/>
              <a:gd name="connsiteY95" fmla="*/ 4960726 h 4977304"/>
              <a:gd name="connsiteX96" fmla="*/ 6006081 w 12198158"/>
              <a:gd name="connsiteY96" fmla="*/ 4955195 h 4977304"/>
              <a:gd name="connsiteX97" fmla="*/ 5920065 w 12198158"/>
              <a:gd name="connsiteY97" fmla="*/ 4944866 h 4977304"/>
              <a:gd name="connsiteX98" fmla="*/ 5755077 w 12198158"/>
              <a:gd name="connsiteY98" fmla="*/ 4976193 h 4977304"/>
              <a:gd name="connsiteX99" fmla="*/ 5623207 w 12198158"/>
              <a:gd name="connsiteY99" fmla="*/ 4977304 h 4977304"/>
              <a:gd name="connsiteX100" fmla="*/ 5467256 w 12198158"/>
              <a:gd name="connsiteY100" fmla="*/ 4962079 h 4977304"/>
              <a:gd name="connsiteX101" fmla="*/ 5429137 w 12198158"/>
              <a:gd name="connsiteY101" fmla="*/ 4949858 h 4977304"/>
              <a:gd name="connsiteX102" fmla="*/ 5378078 w 12198158"/>
              <a:gd name="connsiteY102" fmla="*/ 4930634 h 4977304"/>
              <a:gd name="connsiteX103" fmla="*/ 5258253 w 12198158"/>
              <a:gd name="connsiteY103" fmla="*/ 4908461 h 4977304"/>
              <a:gd name="connsiteX104" fmla="*/ 5219477 w 12198158"/>
              <a:gd name="connsiteY104" fmla="*/ 4896381 h 4977304"/>
              <a:gd name="connsiteX105" fmla="*/ 5171208 w 12198158"/>
              <a:gd name="connsiteY105" fmla="*/ 4893134 h 4977304"/>
              <a:gd name="connsiteX106" fmla="*/ 5153115 w 12198158"/>
              <a:gd name="connsiteY106" fmla="*/ 4885290 h 4977304"/>
              <a:gd name="connsiteX107" fmla="*/ 5139168 w 12198158"/>
              <a:gd name="connsiteY107" fmla="*/ 4881597 h 4977304"/>
              <a:gd name="connsiteX108" fmla="*/ 5136167 w 12198158"/>
              <a:gd name="connsiteY108" fmla="*/ 4879315 h 4977304"/>
              <a:gd name="connsiteX109" fmla="*/ 5118243 w 12198158"/>
              <a:gd name="connsiteY109" fmla="*/ 4867529 h 4977304"/>
              <a:gd name="connsiteX110" fmla="*/ 5062411 w 12198158"/>
              <a:gd name="connsiteY110" fmla="*/ 4874665 h 4977304"/>
              <a:gd name="connsiteX111" fmla="*/ 5008170 w 12198158"/>
              <a:gd name="connsiteY111" fmla="*/ 4856876 h 4977304"/>
              <a:gd name="connsiteX112" fmla="*/ 4837210 w 12198158"/>
              <a:gd name="connsiteY112" fmla="*/ 4830794 h 4977304"/>
              <a:gd name="connsiteX113" fmla="*/ 4759270 w 12198158"/>
              <a:gd name="connsiteY113" fmla="*/ 4800638 h 4977304"/>
              <a:gd name="connsiteX114" fmla="*/ 4720035 w 12198158"/>
              <a:gd name="connsiteY114" fmla="*/ 4790848 h 4977304"/>
              <a:gd name="connsiteX115" fmla="*/ 4718027 w 12198158"/>
              <a:gd name="connsiteY115" fmla="*/ 4790035 h 4977304"/>
              <a:gd name="connsiteX116" fmla="*/ 4718961 w 12198158"/>
              <a:gd name="connsiteY116" fmla="*/ 4789806 h 4977304"/>
              <a:gd name="connsiteX117" fmla="*/ 4714055 w 12198158"/>
              <a:gd name="connsiteY117" fmla="*/ 4788426 h 4977304"/>
              <a:gd name="connsiteX118" fmla="*/ 4718027 w 12198158"/>
              <a:gd name="connsiteY118" fmla="*/ 4790035 h 4977304"/>
              <a:gd name="connsiteX119" fmla="*/ 4712381 w 12198158"/>
              <a:gd name="connsiteY119" fmla="*/ 4791420 h 4977304"/>
              <a:gd name="connsiteX120" fmla="*/ 4512801 w 12198158"/>
              <a:gd name="connsiteY120" fmla="*/ 4780666 h 4977304"/>
              <a:gd name="connsiteX121" fmla="*/ 4425588 w 12198158"/>
              <a:gd name="connsiteY121" fmla="*/ 4769100 h 4977304"/>
              <a:gd name="connsiteX122" fmla="*/ 4314086 w 12198158"/>
              <a:gd name="connsiteY122" fmla="*/ 4774822 h 4977304"/>
              <a:gd name="connsiteX123" fmla="*/ 4312230 w 12198158"/>
              <a:gd name="connsiteY123" fmla="*/ 4773365 h 4977304"/>
              <a:gd name="connsiteX124" fmla="*/ 4292278 w 12198158"/>
              <a:gd name="connsiteY124" fmla="*/ 4771325 h 4977304"/>
              <a:gd name="connsiteX125" fmla="*/ 4287201 w 12198158"/>
              <a:gd name="connsiteY125" fmla="*/ 4774493 h 4977304"/>
              <a:gd name="connsiteX126" fmla="*/ 4273289 w 12198158"/>
              <a:gd name="connsiteY126" fmla="*/ 4774225 h 4977304"/>
              <a:gd name="connsiteX127" fmla="*/ 4245283 w 12198158"/>
              <a:gd name="connsiteY127" fmla="*/ 4776749 h 4977304"/>
              <a:gd name="connsiteX128" fmla="*/ 4199245 w 12198158"/>
              <a:gd name="connsiteY128" fmla="*/ 4773714 h 4977304"/>
              <a:gd name="connsiteX129" fmla="*/ 4198941 w 12198158"/>
              <a:gd name="connsiteY129" fmla="*/ 4772347 h 4977304"/>
              <a:gd name="connsiteX130" fmla="*/ 4188453 w 12198158"/>
              <a:gd name="connsiteY130" fmla="*/ 4766228 h 4977304"/>
              <a:gd name="connsiteX131" fmla="*/ 4139982 w 12198158"/>
              <a:gd name="connsiteY131" fmla="*/ 4748999 h 4977304"/>
              <a:gd name="connsiteX132" fmla="*/ 4080374 w 12198158"/>
              <a:gd name="connsiteY132" fmla="*/ 4720184 h 4977304"/>
              <a:gd name="connsiteX133" fmla="*/ 4071828 w 12198158"/>
              <a:gd name="connsiteY133" fmla="*/ 4719278 h 4977304"/>
              <a:gd name="connsiteX134" fmla="*/ 4071710 w 12198158"/>
              <a:gd name="connsiteY134" fmla="*/ 4718953 h 4977304"/>
              <a:gd name="connsiteX135" fmla="*/ 4056247 w 12198158"/>
              <a:gd name="connsiteY135" fmla="*/ 4717622 h 4977304"/>
              <a:gd name="connsiteX136" fmla="*/ 4039668 w 12198158"/>
              <a:gd name="connsiteY136" fmla="*/ 4715861 h 4977304"/>
              <a:gd name="connsiteX137" fmla="*/ 4034303 w 12198158"/>
              <a:gd name="connsiteY137" fmla="*/ 4713218 h 4977304"/>
              <a:gd name="connsiteX138" fmla="*/ 4032672 w 12198158"/>
              <a:gd name="connsiteY138" fmla="*/ 4709236 h 4977304"/>
              <a:gd name="connsiteX139" fmla="*/ 4031088 w 12198158"/>
              <a:gd name="connsiteY139" fmla="*/ 4709491 h 4977304"/>
              <a:gd name="connsiteX140" fmla="*/ 4001867 w 12198158"/>
              <a:gd name="connsiteY140" fmla="*/ 4695842 h 4977304"/>
              <a:gd name="connsiteX141" fmla="*/ 3934220 w 12198158"/>
              <a:gd name="connsiteY141" fmla="*/ 4676884 h 4977304"/>
              <a:gd name="connsiteX142" fmla="*/ 3894676 w 12198158"/>
              <a:gd name="connsiteY142" fmla="*/ 4670743 h 4977304"/>
              <a:gd name="connsiteX143" fmla="*/ 3787232 w 12198158"/>
              <a:gd name="connsiteY143" fmla="*/ 4648764 h 4977304"/>
              <a:gd name="connsiteX144" fmla="*/ 3680057 w 12198158"/>
              <a:gd name="connsiteY144" fmla="*/ 4622784 h 4977304"/>
              <a:gd name="connsiteX145" fmla="*/ 3607627 w 12198158"/>
              <a:gd name="connsiteY145" fmla="*/ 4587738 h 4977304"/>
              <a:gd name="connsiteX146" fmla="*/ 3601451 w 12198158"/>
              <a:gd name="connsiteY146" fmla="*/ 4589218 h 4977304"/>
              <a:gd name="connsiteX147" fmla="*/ 3592338 w 12198158"/>
              <a:gd name="connsiteY147" fmla="*/ 4589396 h 4977304"/>
              <a:gd name="connsiteX148" fmla="*/ 3592104 w 12198158"/>
              <a:gd name="connsiteY148" fmla="*/ 4589103 h 4977304"/>
              <a:gd name="connsiteX149" fmla="*/ 3583586 w 12198158"/>
              <a:gd name="connsiteY149" fmla="*/ 4589853 h 4977304"/>
              <a:gd name="connsiteX150" fmla="*/ 3533777 w 12198158"/>
              <a:gd name="connsiteY150" fmla="*/ 4579320 h 4977304"/>
              <a:gd name="connsiteX151" fmla="*/ 3470906 w 12198158"/>
              <a:gd name="connsiteY151" fmla="*/ 4575344 h 4977304"/>
              <a:gd name="connsiteX152" fmla="*/ 3398460 w 12198158"/>
              <a:gd name="connsiteY152" fmla="*/ 4562260 h 4977304"/>
              <a:gd name="connsiteX153" fmla="*/ 3361644 w 12198158"/>
              <a:gd name="connsiteY153" fmla="*/ 4580670 h 4977304"/>
              <a:gd name="connsiteX154" fmla="*/ 3341795 w 12198158"/>
              <a:gd name="connsiteY154" fmla="*/ 4582496 h 4977304"/>
              <a:gd name="connsiteX155" fmla="*/ 3339469 w 12198158"/>
              <a:gd name="connsiteY155" fmla="*/ 4581438 h 4977304"/>
              <a:gd name="connsiteX156" fmla="*/ 3260180 w 12198158"/>
              <a:gd name="connsiteY156" fmla="*/ 4587820 h 4977304"/>
              <a:gd name="connsiteX157" fmla="*/ 3140460 w 12198158"/>
              <a:gd name="connsiteY157" fmla="*/ 4596263 h 4977304"/>
              <a:gd name="connsiteX158" fmla="*/ 3028270 w 12198158"/>
              <a:gd name="connsiteY158" fmla="*/ 4599134 h 4977304"/>
              <a:gd name="connsiteX159" fmla="*/ 2779714 w 12198158"/>
              <a:gd name="connsiteY159" fmla="*/ 4622831 h 4977304"/>
              <a:gd name="connsiteX160" fmla="*/ 2649525 w 12198158"/>
              <a:gd name="connsiteY160" fmla="*/ 4658086 h 4977304"/>
              <a:gd name="connsiteX161" fmla="*/ 2566315 w 12198158"/>
              <a:gd name="connsiteY161" fmla="*/ 4605776 h 4977304"/>
              <a:gd name="connsiteX162" fmla="*/ 2441626 w 12198158"/>
              <a:gd name="connsiteY162" fmla="*/ 4620872 h 4977304"/>
              <a:gd name="connsiteX163" fmla="*/ 2313568 w 12198158"/>
              <a:gd name="connsiteY163" fmla="*/ 4630067 h 4977304"/>
              <a:gd name="connsiteX164" fmla="*/ 2207105 w 12198158"/>
              <a:gd name="connsiteY164" fmla="*/ 4624384 h 4977304"/>
              <a:gd name="connsiteX165" fmla="*/ 2093268 w 12198158"/>
              <a:gd name="connsiteY165" fmla="*/ 4606236 h 4977304"/>
              <a:gd name="connsiteX166" fmla="*/ 1996024 w 12198158"/>
              <a:gd name="connsiteY166" fmla="*/ 4597526 h 4977304"/>
              <a:gd name="connsiteX167" fmla="*/ 1926886 w 12198158"/>
              <a:gd name="connsiteY167" fmla="*/ 4621358 h 4977304"/>
              <a:gd name="connsiteX168" fmla="*/ 1920368 w 12198158"/>
              <a:gd name="connsiteY168" fmla="*/ 4616112 h 4977304"/>
              <a:gd name="connsiteX169" fmla="*/ 1871831 w 12198158"/>
              <a:gd name="connsiteY169" fmla="*/ 4617844 h 4977304"/>
              <a:gd name="connsiteX170" fmla="*/ 1785463 w 12198158"/>
              <a:gd name="connsiteY170" fmla="*/ 4647841 h 4977304"/>
              <a:gd name="connsiteX171" fmla="*/ 1737045 w 12198158"/>
              <a:gd name="connsiteY171" fmla="*/ 4642356 h 4977304"/>
              <a:gd name="connsiteX172" fmla="*/ 1673954 w 12198158"/>
              <a:gd name="connsiteY172" fmla="*/ 4624601 h 4977304"/>
              <a:gd name="connsiteX173" fmla="*/ 1602834 w 12198158"/>
              <a:gd name="connsiteY173" fmla="*/ 4640924 h 4977304"/>
              <a:gd name="connsiteX174" fmla="*/ 1490351 w 12198158"/>
              <a:gd name="connsiteY174" fmla="*/ 4613132 h 4977304"/>
              <a:gd name="connsiteX175" fmla="*/ 1149212 w 12198158"/>
              <a:gd name="connsiteY175" fmla="*/ 4564210 h 4977304"/>
              <a:gd name="connsiteX176" fmla="*/ 938574 w 12198158"/>
              <a:gd name="connsiteY176" fmla="*/ 4566821 h 4977304"/>
              <a:gd name="connsiteX177" fmla="*/ 857697 w 12198158"/>
              <a:gd name="connsiteY177" fmla="*/ 4525391 h 4977304"/>
              <a:gd name="connsiteX178" fmla="*/ 836981 w 12198158"/>
              <a:gd name="connsiteY178" fmla="*/ 4526708 h 4977304"/>
              <a:gd name="connsiteX179" fmla="*/ 816264 w 12198158"/>
              <a:gd name="connsiteY179" fmla="*/ 4524575 h 4977304"/>
              <a:gd name="connsiteX180" fmla="*/ 810965 w 12198158"/>
              <a:gd name="connsiteY180" fmla="*/ 4527718 h 4977304"/>
              <a:gd name="connsiteX181" fmla="*/ 796509 w 12198158"/>
              <a:gd name="connsiteY181" fmla="*/ 4527387 h 4977304"/>
              <a:gd name="connsiteX182" fmla="*/ 767389 w 12198158"/>
              <a:gd name="connsiteY182" fmla="*/ 4529784 h 4977304"/>
              <a:gd name="connsiteX183" fmla="*/ 762544 w 12198158"/>
              <a:gd name="connsiteY183" fmla="*/ 4527372 h 4977304"/>
              <a:gd name="connsiteX184" fmla="*/ 719567 w 12198158"/>
              <a:gd name="connsiteY184" fmla="*/ 4526534 h 4977304"/>
              <a:gd name="connsiteX185" fmla="*/ 719262 w 12198158"/>
              <a:gd name="connsiteY185" fmla="*/ 4525164 h 4977304"/>
              <a:gd name="connsiteX186" fmla="*/ 708402 w 12198158"/>
              <a:gd name="connsiteY186" fmla="*/ 4518999 h 4977304"/>
              <a:gd name="connsiteX187" fmla="*/ 596394 w 12198158"/>
              <a:gd name="connsiteY187" fmla="*/ 4472455 h 4977304"/>
              <a:gd name="connsiteX188" fmla="*/ 578149 w 12198158"/>
              <a:gd name="connsiteY188" fmla="*/ 4469575 h 4977304"/>
              <a:gd name="connsiteX189" fmla="*/ 571336 w 12198158"/>
              <a:gd name="connsiteY189" fmla="*/ 4469781 h 4977304"/>
              <a:gd name="connsiteX190" fmla="*/ 444802 w 12198158"/>
              <a:gd name="connsiteY190" fmla="*/ 4428480 h 4977304"/>
              <a:gd name="connsiteX191" fmla="*/ 403746 w 12198158"/>
              <a:gd name="connsiteY191" fmla="*/ 4422157 h 4977304"/>
              <a:gd name="connsiteX192" fmla="*/ 292240 w 12198158"/>
              <a:gd name="connsiteY192" fmla="*/ 4399681 h 4977304"/>
              <a:gd name="connsiteX193" fmla="*/ 118302 w 12198158"/>
              <a:gd name="connsiteY193" fmla="*/ 4343421 h 4977304"/>
              <a:gd name="connsiteX194" fmla="*/ 15516 w 12198158"/>
              <a:gd name="connsiteY194" fmla="*/ 4340320 h 4977304"/>
              <a:gd name="connsiteX195" fmla="*/ 2 w 12198158"/>
              <a:gd name="connsiteY195" fmla="*/ 4334381 h 4977304"/>
              <a:gd name="connsiteX196" fmla="*/ 2 w 12198158"/>
              <a:gd name="connsiteY196" fmla="*/ 3589361 h 4977304"/>
              <a:gd name="connsiteX197" fmla="*/ 0 w 12198158"/>
              <a:gd name="connsiteY197" fmla="*/ 3589361 h 4977304"/>
              <a:gd name="connsiteX198" fmla="*/ 0 w 12198158"/>
              <a:gd name="connsiteY198" fmla="*/ 3513036 h 4977304"/>
              <a:gd name="connsiteX199" fmla="*/ 0 w 12198158"/>
              <a:gd name="connsiteY199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8158 w 12198158"/>
              <a:gd name="connsiteY2" fmla="*/ 3664565 h 4977304"/>
              <a:gd name="connsiteX3" fmla="*/ 12132764 w 12198158"/>
              <a:gd name="connsiteY3" fmla="*/ 3748492 h 4977304"/>
              <a:gd name="connsiteX4" fmla="*/ 12053056 w 12198158"/>
              <a:gd name="connsiteY4" fmla="*/ 3749753 h 4977304"/>
              <a:gd name="connsiteX5" fmla="*/ 11938513 w 12198158"/>
              <a:gd name="connsiteY5" fmla="*/ 3754367 h 4977304"/>
              <a:gd name="connsiteX6" fmla="*/ 11853342 w 12198158"/>
              <a:gd name="connsiteY6" fmla="*/ 3782688 h 4977304"/>
              <a:gd name="connsiteX7" fmla="*/ 11704569 w 12198158"/>
              <a:gd name="connsiteY7" fmla="*/ 3839336 h 4977304"/>
              <a:gd name="connsiteX8" fmla="*/ 11577641 w 12198158"/>
              <a:gd name="connsiteY8" fmla="*/ 3885996 h 4977304"/>
              <a:gd name="connsiteX9" fmla="*/ 11508791 w 12198158"/>
              <a:gd name="connsiteY9" fmla="*/ 3969283 h 4977304"/>
              <a:gd name="connsiteX10" fmla="*/ 11388373 w 12198158"/>
              <a:gd name="connsiteY10" fmla="*/ 4027440 h 4977304"/>
              <a:gd name="connsiteX11" fmla="*/ 11276406 w 12198158"/>
              <a:gd name="connsiteY11" fmla="*/ 4056099 h 4977304"/>
              <a:gd name="connsiteX12" fmla="*/ 11190251 w 12198158"/>
              <a:gd name="connsiteY12" fmla="*/ 4073272 h 4977304"/>
              <a:gd name="connsiteX13" fmla="*/ 11139995 w 12198158"/>
              <a:gd name="connsiteY13" fmla="*/ 4081811 h 4977304"/>
              <a:gd name="connsiteX14" fmla="*/ 11040727 w 12198158"/>
              <a:gd name="connsiteY14" fmla="*/ 4081109 h 4977304"/>
              <a:gd name="connsiteX15" fmla="*/ 10969005 w 12198158"/>
              <a:gd name="connsiteY15" fmla="*/ 4091154 h 4977304"/>
              <a:gd name="connsiteX16" fmla="*/ 10899772 w 12198158"/>
              <a:gd name="connsiteY16" fmla="*/ 4122857 h 4977304"/>
              <a:gd name="connsiteX17" fmla="*/ 10838983 w 12198158"/>
              <a:gd name="connsiteY17" fmla="*/ 4155791 h 4977304"/>
              <a:gd name="connsiteX18" fmla="*/ 10769520 w 12198158"/>
              <a:gd name="connsiteY18" fmla="*/ 4198574 h 4977304"/>
              <a:gd name="connsiteX19" fmla="*/ 10570843 w 12198158"/>
              <a:gd name="connsiteY19" fmla="*/ 4255424 h 4977304"/>
              <a:gd name="connsiteX20" fmla="*/ 10512263 w 12198158"/>
              <a:gd name="connsiteY20" fmla="*/ 4291698 h 4977304"/>
              <a:gd name="connsiteX21" fmla="*/ 10439016 w 12198158"/>
              <a:gd name="connsiteY21" fmla="*/ 4293933 h 4977304"/>
              <a:gd name="connsiteX22" fmla="*/ 10376941 w 12198158"/>
              <a:gd name="connsiteY22" fmla="*/ 4298111 h 4977304"/>
              <a:gd name="connsiteX23" fmla="*/ 10329960 w 12198158"/>
              <a:gd name="connsiteY23" fmla="*/ 4298774 h 4977304"/>
              <a:gd name="connsiteX24" fmla="*/ 10254256 w 12198158"/>
              <a:gd name="connsiteY24" fmla="*/ 4309364 h 4977304"/>
              <a:gd name="connsiteX25" fmla="*/ 10119745 w 12198158"/>
              <a:gd name="connsiteY25" fmla="*/ 4321869 h 4977304"/>
              <a:gd name="connsiteX26" fmla="*/ 10075444 w 12198158"/>
              <a:gd name="connsiteY26" fmla="*/ 4324144 h 4977304"/>
              <a:gd name="connsiteX27" fmla="*/ 10032543 w 12198158"/>
              <a:gd name="connsiteY27" fmla="*/ 4322337 h 4977304"/>
              <a:gd name="connsiteX28" fmla="*/ 9953375 w 12198158"/>
              <a:gd name="connsiteY28" fmla="*/ 4339186 h 4977304"/>
              <a:gd name="connsiteX29" fmla="*/ 9841223 w 12198158"/>
              <a:gd name="connsiteY29" fmla="*/ 4346536 h 4977304"/>
              <a:gd name="connsiteX30" fmla="*/ 9721820 w 12198158"/>
              <a:gd name="connsiteY30" fmla="*/ 4368481 h 4977304"/>
              <a:gd name="connsiteX31" fmla="*/ 9578114 w 12198158"/>
              <a:gd name="connsiteY31" fmla="*/ 4380883 h 4977304"/>
              <a:gd name="connsiteX32" fmla="*/ 9336820 w 12198158"/>
              <a:gd name="connsiteY32" fmla="*/ 4430514 h 4977304"/>
              <a:gd name="connsiteX33" fmla="*/ 9272837 w 12198158"/>
              <a:gd name="connsiteY33" fmla="*/ 4491645 h 4977304"/>
              <a:gd name="connsiteX34" fmla="*/ 9188677 w 12198158"/>
              <a:gd name="connsiteY34" fmla="*/ 4497828 h 4977304"/>
              <a:gd name="connsiteX35" fmla="*/ 9183116 w 12198158"/>
              <a:gd name="connsiteY35" fmla="*/ 4507862 h 4977304"/>
              <a:gd name="connsiteX36" fmla="*/ 9145128 w 12198158"/>
              <a:gd name="connsiteY36" fmla="*/ 4520027 h 4977304"/>
              <a:gd name="connsiteX37" fmla="*/ 9144106 w 12198158"/>
              <a:gd name="connsiteY37" fmla="*/ 4518870 h 4977304"/>
              <a:gd name="connsiteX38" fmla="*/ 9131223 w 12198158"/>
              <a:gd name="connsiteY38" fmla="*/ 4516515 h 4977304"/>
              <a:gd name="connsiteX39" fmla="*/ 9107733 w 12198158"/>
              <a:gd name="connsiteY39" fmla="*/ 4515031 h 4977304"/>
              <a:gd name="connsiteX40" fmla="*/ 9047414 w 12198158"/>
              <a:gd name="connsiteY40" fmla="*/ 4506003 h 4977304"/>
              <a:gd name="connsiteX41" fmla="*/ 8999479 w 12198158"/>
              <a:gd name="connsiteY41" fmla="*/ 4509570 h 4977304"/>
              <a:gd name="connsiteX42" fmla="*/ 8999194 w 12198158"/>
              <a:gd name="connsiteY42" fmla="*/ 4509309 h 4977304"/>
              <a:gd name="connsiteX43" fmla="*/ 8990231 w 12198158"/>
              <a:gd name="connsiteY43" fmla="*/ 4510625 h 4977304"/>
              <a:gd name="connsiteX44" fmla="*/ 8984397 w 12198158"/>
              <a:gd name="connsiteY44" fmla="*/ 4512863 h 4977304"/>
              <a:gd name="connsiteX45" fmla="*/ 8968351 w 12198158"/>
              <a:gd name="connsiteY45" fmla="*/ 4516366 h 4977304"/>
              <a:gd name="connsiteX46" fmla="*/ 8962029 w 12198158"/>
              <a:gd name="connsiteY46" fmla="*/ 4515606 h 4977304"/>
              <a:gd name="connsiteX47" fmla="*/ 8957069 w 12198158"/>
              <a:gd name="connsiteY47" fmla="*/ 4513190 h 4977304"/>
              <a:gd name="connsiteX48" fmla="*/ 8889695 w 12198158"/>
              <a:gd name="connsiteY48" fmla="*/ 4533539 h 4977304"/>
              <a:gd name="connsiteX49" fmla="*/ 8746606 w 12198158"/>
              <a:gd name="connsiteY49" fmla="*/ 4530613 h 4977304"/>
              <a:gd name="connsiteX50" fmla="*/ 8702038 w 12198158"/>
              <a:gd name="connsiteY50" fmla="*/ 4532895 h 4977304"/>
              <a:gd name="connsiteX51" fmla="*/ 8590337 w 12198158"/>
              <a:gd name="connsiteY51" fmla="*/ 4542204 h 4977304"/>
              <a:gd name="connsiteX52" fmla="*/ 8519543 w 12198158"/>
              <a:gd name="connsiteY52" fmla="*/ 4526086 h 4977304"/>
              <a:gd name="connsiteX53" fmla="*/ 8505306 w 12198158"/>
              <a:gd name="connsiteY53" fmla="*/ 4532509 h 4977304"/>
              <a:gd name="connsiteX54" fmla="*/ 8500493 w 12198158"/>
              <a:gd name="connsiteY54" fmla="*/ 4535768 h 4977304"/>
              <a:gd name="connsiteX55" fmla="*/ 8492299 w 12198158"/>
              <a:gd name="connsiteY55" fmla="*/ 4538742 h 4977304"/>
              <a:gd name="connsiteX56" fmla="*/ 8491926 w 12198158"/>
              <a:gd name="connsiteY56" fmla="*/ 4538547 h 4977304"/>
              <a:gd name="connsiteX57" fmla="*/ 8484586 w 12198158"/>
              <a:gd name="connsiteY57" fmla="*/ 4541860 h 4977304"/>
              <a:gd name="connsiteX58" fmla="*/ 8361601 w 12198158"/>
              <a:gd name="connsiteY58" fmla="*/ 4557109 h 4977304"/>
              <a:gd name="connsiteX59" fmla="*/ 8348227 w 12198158"/>
              <a:gd name="connsiteY59" fmla="*/ 4557320 h 4977304"/>
              <a:gd name="connsiteX60" fmla="*/ 8346801 w 12198158"/>
              <a:gd name="connsiteY60" fmla="*/ 4556408 h 4977304"/>
              <a:gd name="connsiteX61" fmla="*/ 8308886 w 12198158"/>
              <a:gd name="connsiteY61" fmla="*/ 4575677 h 4977304"/>
              <a:gd name="connsiteX62" fmla="*/ 8289640 w 12198158"/>
              <a:gd name="connsiteY62" fmla="*/ 4590767 h 4977304"/>
              <a:gd name="connsiteX63" fmla="*/ 8278750 w 12198158"/>
              <a:gd name="connsiteY63" fmla="*/ 4597091 h 4977304"/>
              <a:gd name="connsiteX64" fmla="*/ 8277624 w 12198158"/>
              <a:gd name="connsiteY64" fmla="*/ 4601916 h 4977304"/>
              <a:gd name="connsiteX65" fmla="*/ 8260561 w 12198158"/>
              <a:gd name="connsiteY65" fmla="*/ 4609708 h 4977304"/>
              <a:gd name="connsiteX66" fmla="*/ 8257864 w 12198158"/>
              <a:gd name="connsiteY66" fmla="*/ 4609458 h 4977304"/>
              <a:gd name="connsiteX67" fmla="*/ 8246529 w 12198158"/>
              <a:gd name="connsiteY67" fmla="*/ 4620148 h 4977304"/>
              <a:gd name="connsiteX68" fmla="*/ 8240334 w 12198158"/>
              <a:gd name="connsiteY68" fmla="*/ 4634257 h 4977304"/>
              <a:gd name="connsiteX69" fmla="*/ 8084875 w 12198158"/>
              <a:gd name="connsiteY69" fmla="*/ 4684387 h 4977304"/>
              <a:gd name="connsiteX70" fmla="*/ 7900134 w 12198158"/>
              <a:gd name="connsiteY70" fmla="*/ 4729969 h 4977304"/>
              <a:gd name="connsiteX71" fmla="*/ 7713595 w 12198158"/>
              <a:gd name="connsiteY71" fmla="*/ 4757895 h 4977304"/>
              <a:gd name="connsiteX72" fmla="*/ 7609267 w 12198158"/>
              <a:gd name="connsiteY72" fmla="*/ 4754126 h 4977304"/>
              <a:gd name="connsiteX73" fmla="*/ 7522521 w 12198158"/>
              <a:gd name="connsiteY73" fmla="*/ 4760455 h 4977304"/>
              <a:gd name="connsiteX74" fmla="*/ 7514554 w 12198158"/>
              <a:gd name="connsiteY74" fmla="*/ 4763228 h 4977304"/>
              <a:gd name="connsiteX75" fmla="*/ 7502403 w 12198158"/>
              <a:gd name="connsiteY75" fmla="*/ 4764677 h 4977304"/>
              <a:gd name="connsiteX76" fmla="*/ 7502032 w 12198158"/>
              <a:gd name="connsiteY76" fmla="*/ 4764322 h 4977304"/>
              <a:gd name="connsiteX77" fmla="*/ 7490794 w 12198158"/>
              <a:gd name="connsiteY77" fmla="*/ 4766442 h 4977304"/>
              <a:gd name="connsiteX78" fmla="*/ 7400450 w 12198158"/>
              <a:gd name="connsiteY78" fmla="*/ 4757640 h 4977304"/>
              <a:gd name="connsiteX79" fmla="*/ 7307302 w 12198158"/>
              <a:gd name="connsiteY79" fmla="*/ 4747220 h 4977304"/>
              <a:gd name="connsiteX80" fmla="*/ 7305976 w 12198158"/>
              <a:gd name="connsiteY80" fmla="*/ 4745654 h 4977304"/>
              <a:gd name="connsiteX81" fmla="*/ 7213744 w 12198158"/>
              <a:gd name="connsiteY81" fmla="*/ 4773074 h 4977304"/>
              <a:gd name="connsiteX82" fmla="*/ 7196298 w 12198158"/>
              <a:gd name="connsiteY82" fmla="*/ 4778016 h 4977304"/>
              <a:gd name="connsiteX83" fmla="*/ 7192202 w 12198158"/>
              <a:gd name="connsiteY83" fmla="*/ 4783834 h 4977304"/>
              <a:gd name="connsiteX84" fmla="*/ 7166024 w 12198158"/>
              <a:gd name="connsiteY84" fmla="*/ 4788882 h 4977304"/>
              <a:gd name="connsiteX85" fmla="*/ 7092253 w 12198158"/>
              <a:gd name="connsiteY85" fmla="*/ 4802161 h 4977304"/>
              <a:gd name="connsiteX86" fmla="*/ 7013814 w 12198158"/>
              <a:gd name="connsiteY86" fmla="*/ 4801755 h 4977304"/>
              <a:gd name="connsiteX87" fmla="*/ 6899540 w 12198158"/>
              <a:gd name="connsiteY87" fmla="*/ 4833798 h 4977304"/>
              <a:gd name="connsiteX88" fmla="*/ 6703746 w 12198158"/>
              <a:gd name="connsiteY88" fmla="*/ 4864157 h 4977304"/>
              <a:gd name="connsiteX89" fmla="*/ 6545085 w 12198158"/>
              <a:gd name="connsiteY89" fmla="*/ 4895408 h 4977304"/>
              <a:gd name="connsiteX90" fmla="*/ 6313345 w 12198158"/>
              <a:gd name="connsiteY90" fmla="*/ 4946232 h 4977304"/>
              <a:gd name="connsiteX91" fmla="*/ 6164558 w 12198158"/>
              <a:gd name="connsiteY91" fmla="*/ 4948498 h 4977304"/>
              <a:gd name="connsiteX92" fmla="*/ 6069796 w 12198158"/>
              <a:gd name="connsiteY92" fmla="*/ 4970720 h 4977304"/>
              <a:gd name="connsiteX93" fmla="*/ 6064481 w 12198158"/>
              <a:gd name="connsiteY93" fmla="*/ 4969051 h 4977304"/>
              <a:gd name="connsiteX94" fmla="*/ 6044602 w 12198158"/>
              <a:gd name="connsiteY94" fmla="*/ 4969792 h 4977304"/>
              <a:gd name="connsiteX95" fmla="*/ 6037252 w 12198158"/>
              <a:gd name="connsiteY95" fmla="*/ 4960726 h 4977304"/>
              <a:gd name="connsiteX96" fmla="*/ 6006081 w 12198158"/>
              <a:gd name="connsiteY96" fmla="*/ 4955195 h 4977304"/>
              <a:gd name="connsiteX97" fmla="*/ 5920065 w 12198158"/>
              <a:gd name="connsiteY97" fmla="*/ 4944866 h 4977304"/>
              <a:gd name="connsiteX98" fmla="*/ 5755077 w 12198158"/>
              <a:gd name="connsiteY98" fmla="*/ 4976193 h 4977304"/>
              <a:gd name="connsiteX99" fmla="*/ 5623207 w 12198158"/>
              <a:gd name="connsiteY99" fmla="*/ 4977304 h 4977304"/>
              <a:gd name="connsiteX100" fmla="*/ 5467256 w 12198158"/>
              <a:gd name="connsiteY100" fmla="*/ 4962079 h 4977304"/>
              <a:gd name="connsiteX101" fmla="*/ 5429137 w 12198158"/>
              <a:gd name="connsiteY101" fmla="*/ 4949858 h 4977304"/>
              <a:gd name="connsiteX102" fmla="*/ 5378078 w 12198158"/>
              <a:gd name="connsiteY102" fmla="*/ 4930634 h 4977304"/>
              <a:gd name="connsiteX103" fmla="*/ 5258253 w 12198158"/>
              <a:gd name="connsiteY103" fmla="*/ 4908461 h 4977304"/>
              <a:gd name="connsiteX104" fmla="*/ 5219477 w 12198158"/>
              <a:gd name="connsiteY104" fmla="*/ 4896381 h 4977304"/>
              <a:gd name="connsiteX105" fmla="*/ 5171208 w 12198158"/>
              <a:gd name="connsiteY105" fmla="*/ 4893134 h 4977304"/>
              <a:gd name="connsiteX106" fmla="*/ 5153115 w 12198158"/>
              <a:gd name="connsiteY106" fmla="*/ 4885290 h 4977304"/>
              <a:gd name="connsiteX107" fmla="*/ 5139168 w 12198158"/>
              <a:gd name="connsiteY107" fmla="*/ 4881597 h 4977304"/>
              <a:gd name="connsiteX108" fmla="*/ 5136167 w 12198158"/>
              <a:gd name="connsiteY108" fmla="*/ 4879315 h 4977304"/>
              <a:gd name="connsiteX109" fmla="*/ 5118243 w 12198158"/>
              <a:gd name="connsiteY109" fmla="*/ 4867529 h 4977304"/>
              <a:gd name="connsiteX110" fmla="*/ 5062411 w 12198158"/>
              <a:gd name="connsiteY110" fmla="*/ 4874665 h 4977304"/>
              <a:gd name="connsiteX111" fmla="*/ 5008170 w 12198158"/>
              <a:gd name="connsiteY111" fmla="*/ 4856876 h 4977304"/>
              <a:gd name="connsiteX112" fmla="*/ 4837210 w 12198158"/>
              <a:gd name="connsiteY112" fmla="*/ 4830794 h 4977304"/>
              <a:gd name="connsiteX113" fmla="*/ 4759270 w 12198158"/>
              <a:gd name="connsiteY113" fmla="*/ 4800638 h 4977304"/>
              <a:gd name="connsiteX114" fmla="*/ 4720035 w 12198158"/>
              <a:gd name="connsiteY114" fmla="*/ 4790848 h 4977304"/>
              <a:gd name="connsiteX115" fmla="*/ 4718027 w 12198158"/>
              <a:gd name="connsiteY115" fmla="*/ 4790035 h 4977304"/>
              <a:gd name="connsiteX116" fmla="*/ 4718961 w 12198158"/>
              <a:gd name="connsiteY116" fmla="*/ 4789806 h 4977304"/>
              <a:gd name="connsiteX117" fmla="*/ 4714055 w 12198158"/>
              <a:gd name="connsiteY117" fmla="*/ 4788426 h 4977304"/>
              <a:gd name="connsiteX118" fmla="*/ 4718027 w 12198158"/>
              <a:gd name="connsiteY118" fmla="*/ 4790035 h 4977304"/>
              <a:gd name="connsiteX119" fmla="*/ 4712381 w 12198158"/>
              <a:gd name="connsiteY119" fmla="*/ 4791420 h 4977304"/>
              <a:gd name="connsiteX120" fmla="*/ 4512801 w 12198158"/>
              <a:gd name="connsiteY120" fmla="*/ 4780666 h 4977304"/>
              <a:gd name="connsiteX121" fmla="*/ 4425588 w 12198158"/>
              <a:gd name="connsiteY121" fmla="*/ 4769100 h 4977304"/>
              <a:gd name="connsiteX122" fmla="*/ 4314086 w 12198158"/>
              <a:gd name="connsiteY122" fmla="*/ 4774822 h 4977304"/>
              <a:gd name="connsiteX123" fmla="*/ 4312230 w 12198158"/>
              <a:gd name="connsiteY123" fmla="*/ 4773365 h 4977304"/>
              <a:gd name="connsiteX124" fmla="*/ 4292278 w 12198158"/>
              <a:gd name="connsiteY124" fmla="*/ 4771325 h 4977304"/>
              <a:gd name="connsiteX125" fmla="*/ 4287201 w 12198158"/>
              <a:gd name="connsiteY125" fmla="*/ 4774493 h 4977304"/>
              <a:gd name="connsiteX126" fmla="*/ 4273289 w 12198158"/>
              <a:gd name="connsiteY126" fmla="*/ 4774225 h 4977304"/>
              <a:gd name="connsiteX127" fmla="*/ 4245283 w 12198158"/>
              <a:gd name="connsiteY127" fmla="*/ 4776749 h 4977304"/>
              <a:gd name="connsiteX128" fmla="*/ 4199245 w 12198158"/>
              <a:gd name="connsiteY128" fmla="*/ 4773714 h 4977304"/>
              <a:gd name="connsiteX129" fmla="*/ 4198941 w 12198158"/>
              <a:gd name="connsiteY129" fmla="*/ 4772347 h 4977304"/>
              <a:gd name="connsiteX130" fmla="*/ 4188453 w 12198158"/>
              <a:gd name="connsiteY130" fmla="*/ 4766228 h 4977304"/>
              <a:gd name="connsiteX131" fmla="*/ 4139982 w 12198158"/>
              <a:gd name="connsiteY131" fmla="*/ 4748999 h 4977304"/>
              <a:gd name="connsiteX132" fmla="*/ 4080374 w 12198158"/>
              <a:gd name="connsiteY132" fmla="*/ 4720184 h 4977304"/>
              <a:gd name="connsiteX133" fmla="*/ 4071828 w 12198158"/>
              <a:gd name="connsiteY133" fmla="*/ 4719278 h 4977304"/>
              <a:gd name="connsiteX134" fmla="*/ 4071710 w 12198158"/>
              <a:gd name="connsiteY134" fmla="*/ 4718953 h 4977304"/>
              <a:gd name="connsiteX135" fmla="*/ 4056247 w 12198158"/>
              <a:gd name="connsiteY135" fmla="*/ 4717622 h 4977304"/>
              <a:gd name="connsiteX136" fmla="*/ 4039668 w 12198158"/>
              <a:gd name="connsiteY136" fmla="*/ 4715861 h 4977304"/>
              <a:gd name="connsiteX137" fmla="*/ 4034303 w 12198158"/>
              <a:gd name="connsiteY137" fmla="*/ 4713218 h 4977304"/>
              <a:gd name="connsiteX138" fmla="*/ 4032672 w 12198158"/>
              <a:gd name="connsiteY138" fmla="*/ 4709236 h 4977304"/>
              <a:gd name="connsiteX139" fmla="*/ 4031088 w 12198158"/>
              <a:gd name="connsiteY139" fmla="*/ 4709491 h 4977304"/>
              <a:gd name="connsiteX140" fmla="*/ 4001867 w 12198158"/>
              <a:gd name="connsiteY140" fmla="*/ 4695842 h 4977304"/>
              <a:gd name="connsiteX141" fmla="*/ 3934220 w 12198158"/>
              <a:gd name="connsiteY141" fmla="*/ 4676884 h 4977304"/>
              <a:gd name="connsiteX142" fmla="*/ 3894676 w 12198158"/>
              <a:gd name="connsiteY142" fmla="*/ 4670743 h 4977304"/>
              <a:gd name="connsiteX143" fmla="*/ 3787232 w 12198158"/>
              <a:gd name="connsiteY143" fmla="*/ 4648764 h 4977304"/>
              <a:gd name="connsiteX144" fmla="*/ 3680057 w 12198158"/>
              <a:gd name="connsiteY144" fmla="*/ 4622784 h 4977304"/>
              <a:gd name="connsiteX145" fmla="*/ 3607627 w 12198158"/>
              <a:gd name="connsiteY145" fmla="*/ 4587738 h 4977304"/>
              <a:gd name="connsiteX146" fmla="*/ 3601451 w 12198158"/>
              <a:gd name="connsiteY146" fmla="*/ 4589218 h 4977304"/>
              <a:gd name="connsiteX147" fmla="*/ 3592338 w 12198158"/>
              <a:gd name="connsiteY147" fmla="*/ 4589396 h 4977304"/>
              <a:gd name="connsiteX148" fmla="*/ 3592104 w 12198158"/>
              <a:gd name="connsiteY148" fmla="*/ 4589103 h 4977304"/>
              <a:gd name="connsiteX149" fmla="*/ 3583586 w 12198158"/>
              <a:gd name="connsiteY149" fmla="*/ 4589853 h 4977304"/>
              <a:gd name="connsiteX150" fmla="*/ 3533777 w 12198158"/>
              <a:gd name="connsiteY150" fmla="*/ 4579320 h 4977304"/>
              <a:gd name="connsiteX151" fmla="*/ 3470906 w 12198158"/>
              <a:gd name="connsiteY151" fmla="*/ 4575344 h 4977304"/>
              <a:gd name="connsiteX152" fmla="*/ 3398460 w 12198158"/>
              <a:gd name="connsiteY152" fmla="*/ 4562260 h 4977304"/>
              <a:gd name="connsiteX153" fmla="*/ 3361644 w 12198158"/>
              <a:gd name="connsiteY153" fmla="*/ 4580670 h 4977304"/>
              <a:gd name="connsiteX154" fmla="*/ 3341795 w 12198158"/>
              <a:gd name="connsiteY154" fmla="*/ 4582496 h 4977304"/>
              <a:gd name="connsiteX155" fmla="*/ 3339469 w 12198158"/>
              <a:gd name="connsiteY155" fmla="*/ 4581438 h 4977304"/>
              <a:gd name="connsiteX156" fmla="*/ 3260180 w 12198158"/>
              <a:gd name="connsiteY156" fmla="*/ 4587820 h 4977304"/>
              <a:gd name="connsiteX157" fmla="*/ 3140460 w 12198158"/>
              <a:gd name="connsiteY157" fmla="*/ 4596263 h 4977304"/>
              <a:gd name="connsiteX158" fmla="*/ 3028270 w 12198158"/>
              <a:gd name="connsiteY158" fmla="*/ 4599134 h 4977304"/>
              <a:gd name="connsiteX159" fmla="*/ 2779714 w 12198158"/>
              <a:gd name="connsiteY159" fmla="*/ 4622831 h 4977304"/>
              <a:gd name="connsiteX160" fmla="*/ 2649525 w 12198158"/>
              <a:gd name="connsiteY160" fmla="*/ 4658086 h 4977304"/>
              <a:gd name="connsiteX161" fmla="*/ 2566315 w 12198158"/>
              <a:gd name="connsiteY161" fmla="*/ 4605776 h 4977304"/>
              <a:gd name="connsiteX162" fmla="*/ 2441626 w 12198158"/>
              <a:gd name="connsiteY162" fmla="*/ 4620872 h 4977304"/>
              <a:gd name="connsiteX163" fmla="*/ 2313568 w 12198158"/>
              <a:gd name="connsiteY163" fmla="*/ 4630067 h 4977304"/>
              <a:gd name="connsiteX164" fmla="*/ 2207105 w 12198158"/>
              <a:gd name="connsiteY164" fmla="*/ 4624384 h 4977304"/>
              <a:gd name="connsiteX165" fmla="*/ 2093268 w 12198158"/>
              <a:gd name="connsiteY165" fmla="*/ 4606236 h 4977304"/>
              <a:gd name="connsiteX166" fmla="*/ 1996024 w 12198158"/>
              <a:gd name="connsiteY166" fmla="*/ 4597526 h 4977304"/>
              <a:gd name="connsiteX167" fmla="*/ 1926886 w 12198158"/>
              <a:gd name="connsiteY167" fmla="*/ 4621358 h 4977304"/>
              <a:gd name="connsiteX168" fmla="*/ 1920368 w 12198158"/>
              <a:gd name="connsiteY168" fmla="*/ 4616112 h 4977304"/>
              <a:gd name="connsiteX169" fmla="*/ 1871831 w 12198158"/>
              <a:gd name="connsiteY169" fmla="*/ 4617844 h 4977304"/>
              <a:gd name="connsiteX170" fmla="*/ 1785463 w 12198158"/>
              <a:gd name="connsiteY170" fmla="*/ 4647841 h 4977304"/>
              <a:gd name="connsiteX171" fmla="*/ 1737045 w 12198158"/>
              <a:gd name="connsiteY171" fmla="*/ 4642356 h 4977304"/>
              <a:gd name="connsiteX172" fmla="*/ 1673954 w 12198158"/>
              <a:gd name="connsiteY172" fmla="*/ 4624601 h 4977304"/>
              <a:gd name="connsiteX173" fmla="*/ 1602834 w 12198158"/>
              <a:gd name="connsiteY173" fmla="*/ 4640924 h 4977304"/>
              <a:gd name="connsiteX174" fmla="*/ 1490351 w 12198158"/>
              <a:gd name="connsiteY174" fmla="*/ 4613132 h 4977304"/>
              <a:gd name="connsiteX175" fmla="*/ 1149212 w 12198158"/>
              <a:gd name="connsiteY175" fmla="*/ 4564210 h 4977304"/>
              <a:gd name="connsiteX176" fmla="*/ 938574 w 12198158"/>
              <a:gd name="connsiteY176" fmla="*/ 4566821 h 4977304"/>
              <a:gd name="connsiteX177" fmla="*/ 857697 w 12198158"/>
              <a:gd name="connsiteY177" fmla="*/ 4525391 h 4977304"/>
              <a:gd name="connsiteX178" fmla="*/ 836981 w 12198158"/>
              <a:gd name="connsiteY178" fmla="*/ 4526708 h 4977304"/>
              <a:gd name="connsiteX179" fmla="*/ 816264 w 12198158"/>
              <a:gd name="connsiteY179" fmla="*/ 4524575 h 4977304"/>
              <a:gd name="connsiteX180" fmla="*/ 810965 w 12198158"/>
              <a:gd name="connsiteY180" fmla="*/ 4527718 h 4977304"/>
              <a:gd name="connsiteX181" fmla="*/ 796509 w 12198158"/>
              <a:gd name="connsiteY181" fmla="*/ 4527387 h 4977304"/>
              <a:gd name="connsiteX182" fmla="*/ 767389 w 12198158"/>
              <a:gd name="connsiteY182" fmla="*/ 4529784 h 4977304"/>
              <a:gd name="connsiteX183" fmla="*/ 762544 w 12198158"/>
              <a:gd name="connsiteY183" fmla="*/ 4527372 h 4977304"/>
              <a:gd name="connsiteX184" fmla="*/ 719567 w 12198158"/>
              <a:gd name="connsiteY184" fmla="*/ 4526534 h 4977304"/>
              <a:gd name="connsiteX185" fmla="*/ 719262 w 12198158"/>
              <a:gd name="connsiteY185" fmla="*/ 4525164 h 4977304"/>
              <a:gd name="connsiteX186" fmla="*/ 708402 w 12198158"/>
              <a:gd name="connsiteY186" fmla="*/ 4518999 h 4977304"/>
              <a:gd name="connsiteX187" fmla="*/ 596394 w 12198158"/>
              <a:gd name="connsiteY187" fmla="*/ 4472455 h 4977304"/>
              <a:gd name="connsiteX188" fmla="*/ 578149 w 12198158"/>
              <a:gd name="connsiteY188" fmla="*/ 4469575 h 4977304"/>
              <a:gd name="connsiteX189" fmla="*/ 571336 w 12198158"/>
              <a:gd name="connsiteY189" fmla="*/ 4469781 h 4977304"/>
              <a:gd name="connsiteX190" fmla="*/ 444802 w 12198158"/>
              <a:gd name="connsiteY190" fmla="*/ 4428480 h 4977304"/>
              <a:gd name="connsiteX191" fmla="*/ 403746 w 12198158"/>
              <a:gd name="connsiteY191" fmla="*/ 4422157 h 4977304"/>
              <a:gd name="connsiteX192" fmla="*/ 292240 w 12198158"/>
              <a:gd name="connsiteY192" fmla="*/ 4399681 h 4977304"/>
              <a:gd name="connsiteX193" fmla="*/ 118302 w 12198158"/>
              <a:gd name="connsiteY193" fmla="*/ 4343421 h 4977304"/>
              <a:gd name="connsiteX194" fmla="*/ 15516 w 12198158"/>
              <a:gd name="connsiteY194" fmla="*/ 4340320 h 4977304"/>
              <a:gd name="connsiteX195" fmla="*/ 2 w 12198158"/>
              <a:gd name="connsiteY195" fmla="*/ 4334381 h 4977304"/>
              <a:gd name="connsiteX196" fmla="*/ 2 w 12198158"/>
              <a:gd name="connsiteY196" fmla="*/ 3589361 h 4977304"/>
              <a:gd name="connsiteX197" fmla="*/ 0 w 12198158"/>
              <a:gd name="connsiteY197" fmla="*/ 3589361 h 4977304"/>
              <a:gd name="connsiteX198" fmla="*/ 0 w 12198158"/>
              <a:gd name="connsiteY198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8158 w 12198158"/>
              <a:gd name="connsiteY2" fmla="*/ 3664565 h 4977304"/>
              <a:gd name="connsiteX3" fmla="*/ 12132764 w 12198158"/>
              <a:gd name="connsiteY3" fmla="*/ 3748492 h 4977304"/>
              <a:gd name="connsiteX4" fmla="*/ 12053056 w 12198158"/>
              <a:gd name="connsiteY4" fmla="*/ 3749753 h 4977304"/>
              <a:gd name="connsiteX5" fmla="*/ 11938513 w 12198158"/>
              <a:gd name="connsiteY5" fmla="*/ 3754367 h 4977304"/>
              <a:gd name="connsiteX6" fmla="*/ 11853342 w 12198158"/>
              <a:gd name="connsiteY6" fmla="*/ 3782688 h 4977304"/>
              <a:gd name="connsiteX7" fmla="*/ 11704569 w 12198158"/>
              <a:gd name="connsiteY7" fmla="*/ 3839336 h 4977304"/>
              <a:gd name="connsiteX8" fmla="*/ 11577641 w 12198158"/>
              <a:gd name="connsiteY8" fmla="*/ 3885996 h 4977304"/>
              <a:gd name="connsiteX9" fmla="*/ 11508791 w 12198158"/>
              <a:gd name="connsiteY9" fmla="*/ 3969283 h 4977304"/>
              <a:gd name="connsiteX10" fmla="*/ 11388373 w 12198158"/>
              <a:gd name="connsiteY10" fmla="*/ 4027440 h 4977304"/>
              <a:gd name="connsiteX11" fmla="*/ 11276406 w 12198158"/>
              <a:gd name="connsiteY11" fmla="*/ 4056099 h 4977304"/>
              <a:gd name="connsiteX12" fmla="*/ 11190251 w 12198158"/>
              <a:gd name="connsiteY12" fmla="*/ 4073272 h 4977304"/>
              <a:gd name="connsiteX13" fmla="*/ 11139995 w 12198158"/>
              <a:gd name="connsiteY13" fmla="*/ 4081811 h 4977304"/>
              <a:gd name="connsiteX14" fmla="*/ 11040727 w 12198158"/>
              <a:gd name="connsiteY14" fmla="*/ 4081109 h 4977304"/>
              <a:gd name="connsiteX15" fmla="*/ 10969005 w 12198158"/>
              <a:gd name="connsiteY15" fmla="*/ 4091154 h 4977304"/>
              <a:gd name="connsiteX16" fmla="*/ 10899772 w 12198158"/>
              <a:gd name="connsiteY16" fmla="*/ 4122857 h 4977304"/>
              <a:gd name="connsiteX17" fmla="*/ 10838983 w 12198158"/>
              <a:gd name="connsiteY17" fmla="*/ 4155791 h 4977304"/>
              <a:gd name="connsiteX18" fmla="*/ 10769520 w 12198158"/>
              <a:gd name="connsiteY18" fmla="*/ 4198574 h 4977304"/>
              <a:gd name="connsiteX19" fmla="*/ 10570843 w 12198158"/>
              <a:gd name="connsiteY19" fmla="*/ 4255424 h 4977304"/>
              <a:gd name="connsiteX20" fmla="*/ 10512263 w 12198158"/>
              <a:gd name="connsiteY20" fmla="*/ 4291698 h 4977304"/>
              <a:gd name="connsiteX21" fmla="*/ 10439016 w 12198158"/>
              <a:gd name="connsiteY21" fmla="*/ 4293933 h 4977304"/>
              <a:gd name="connsiteX22" fmla="*/ 10376941 w 12198158"/>
              <a:gd name="connsiteY22" fmla="*/ 4298111 h 4977304"/>
              <a:gd name="connsiteX23" fmla="*/ 10329960 w 12198158"/>
              <a:gd name="connsiteY23" fmla="*/ 4298774 h 4977304"/>
              <a:gd name="connsiteX24" fmla="*/ 10254256 w 12198158"/>
              <a:gd name="connsiteY24" fmla="*/ 4309364 h 4977304"/>
              <a:gd name="connsiteX25" fmla="*/ 10119745 w 12198158"/>
              <a:gd name="connsiteY25" fmla="*/ 4321869 h 4977304"/>
              <a:gd name="connsiteX26" fmla="*/ 10075444 w 12198158"/>
              <a:gd name="connsiteY26" fmla="*/ 4324144 h 4977304"/>
              <a:gd name="connsiteX27" fmla="*/ 10032543 w 12198158"/>
              <a:gd name="connsiteY27" fmla="*/ 4322337 h 4977304"/>
              <a:gd name="connsiteX28" fmla="*/ 9953375 w 12198158"/>
              <a:gd name="connsiteY28" fmla="*/ 4339186 h 4977304"/>
              <a:gd name="connsiteX29" fmla="*/ 9841223 w 12198158"/>
              <a:gd name="connsiteY29" fmla="*/ 4346536 h 4977304"/>
              <a:gd name="connsiteX30" fmla="*/ 9721820 w 12198158"/>
              <a:gd name="connsiteY30" fmla="*/ 4368481 h 4977304"/>
              <a:gd name="connsiteX31" fmla="*/ 9578114 w 12198158"/>
              <a:gd name="connsiteY31" fmla="*/ 4380883 h 4977304"/>
              <a:gd name="connsiteX32" fmla="*/ 9336820 w 12198158"/>
              <a:gd name="connsiteY32" fmla="*/ 4430514 h 4977304"/>
              <a:gd name="connsiteX33" fmla="*/ 9272837 w 12198158"/>
              <a:gd name="connsiteY33" fmla="*/ 4491645 h 4977304"/>
              <a:gd name="connsiteX34" fmla="*/ 9188677 w 12198158"/>
              <a:gd name="connsiteY34" fmla="*/ 4497828 h 4977304"/>
              <a:gd name="connsiteX35" fmla="*/ 9183116 w 12198158"/>
              <a:gd name="connsiteY35" fmla="*/ 4507862 h 4977304"/>
              <a:gd name="connsiteX36" fmla="*/ 9145128 w 12198158"/>
              <a:gd name="connsiteY36" fmla="*/ 4520027 h 4977304"/>
              <a:gd name="connsiteX37" fmla="*/ 9144106 w 12198158"/>
              <a:gd name="connsiteY37" fmla="*/ 4518870 h 4977304"/>
              <a:gd name="connsiteX38" fmla="*/ 9131223 w 12198158"/>
              <a:gd name="connsiteY38" fmla="*/ 4516515 h 4977304"/>
              <a:gd name="connsiteX39" fmla="*/ 9107733 w 12198158"/>
              <a:gd name="connsiteY39" fmla="*/ 4515031 h 4977304"/>
              <a:gd name="connsiteX40" fmla="*/ 9047414 w 12198158"/>
              <a:gd name="connsiteY40" fmla="*/ 4506003 h 4977304"/>
              <a:gd name="connsiteX41" fmla="*/ 8999479 w 12198158"/>
              <a:gd name="connsiteY41" fmla="*/ 4509570 h 4977304"/>
              <a:gd name="connsiteX42" fmla="*/ 8999194 w 12198158"/>
              <a:gd name="connsiteY42" fmla="*/ 4509309 h 4977304"/>
              <a:gd name="connsiteX43" fmla="*/ 8990231 w 12198158"/>
              <a:gd name="connsiteY43" fmla="*/ 4510625 h 4977304"/>
              <a:gd name="connsiteX44" fmla="*/ 8984397 w 12198158"/>
              <a:gd name="connsiteY44" fmla="*/ 4512863 h 4977304"/>
              <a:gd name="connsiteX45" fmla="*/ 8968351 w 12198158"/>
              <a:gd name="connsiteY45" fmla="*/ 4516366 h 4977304"/>
              <a:gd name="connsiteX46" fmla="*/ 8962029 w 12198158"/>
              <a:gd name="connsiteY46" fmla="*/ 4515606 h 4977304"/>
              <a:gd name="connsiteX47" fmla="*/ 8957069 w 12198158"/>
              <a:gd name="connsiteY47" fmla="*/ 4513190 h 4977304"/>
              <a:gd name="connsiteX48" fmla="*/ 8889695 w 12198158"/>
              <a:gd name="connsiteY48" fmla="*/ 4533539 h 4977304"/>
              <a:gd name="connsiteX49" fmla="*/ 8746606 w 12198158"/>
              <a:gd name="connsiteY49" fmla="*/ 4530613 h 4977304"/>
              <a:gd name="connsiteX50" fmla="*/ 8702038 w 12198158"/>
              <a:gd name="connsiteY50" fmla="*/ 4532895 h 4977304"/>
              <a:gd name="connsiteX51" fmla="*/ 8590337 w 12198158"/>
              <a:gd name="connsiteY51" fmla="*/ 4542204 h 4977304"/>
              <a:gd name="connsiteX52" fmla="*/ 8519543 w 12198158"/>
              <a:gd name="connsiteY52" fmla="*/ 4526086 h 4977304"/>
              <a:gd name="connsiteX53" fmla="*/ 8505306 w 12198158"/>
              <a:gd name="connsiteY53" fmla="*/ 4532509 h 4977304"/>
              <a:gd name="connsiteX54" fmla="*/ 8500493 w 12198158"/>
              <a:gd name="connsiteY54" fmla="*/ 4535768 h 4977304"/>
              <a:gd name="connsiteX55" fmla="*/ 8492299 w 12198158"/>
              <a:gd name="connsiteY55" fmla="*/ 4538742 h 4977304"/>
              <a:gd name="connsiteX56" fmla="*/ 8491926 w 12198158"/>
              <a:gd name="connsiteY56" fmla="*/ 4538547 h 4977304"/>
              <a:gd name="connsiteX57" fmla="*/ 8484586 w 12198158"/>
              <a:gd name="connsiteY57" fmla="*/ 4541860 h 4977304"/>
              <a:gd name="connsiteX58" fmla="*/ 8361601 w 12198158"/>
              <a:gd name="connsiteY58" fmla="*/ 4557109 h 4977304"/>
              <a:gd name="connsiteX59" fmla="*/ 8348227 w 12198158"/>
              <a:gd name="connsiteY59" fmla="*/ 4557320 h 4977304"/>
              <a:gd name="connsiteX60" fmla="*/ 8346801 w 12198158"/>
              <a:gd name="connsiteY60" fmla="*/ 4556408 h 4977304"/>
              <a:gd name="connsiteX61" fmla="*/ 8308886 w 12198158"/>
              <a:gd name="connsiteY61" fmla="*/ 4575677 h 4977304"/>
              <a:gd name="connsiteX62" fmla="*/ 8289640 w 12198158"/>
              <a:gd name="connsiteY62" fmla="*/ 4590767 h 4977304"/>
              <a:gd name="connsiteX63" fmla="*/ 8278750 w 12198158"/>
              <a:gd name="connsiteY63" fmla="*/ 4597091 h 4977304"/>
              <a:gd name="connsiteX64" fmla="*/ 8277624 w 12198158"/>
              <a:gd name="connsiteY64" fmla="*/ 4601916 h 4977304"/>
              <a:gd name="connsiteX65" fmla="*/ 8260561 w 12198158"/>
              <a:gd name="connsiteY65" fmla="*/ 4609708 h 4977304"/>
              <a:gd name="connsiteX66" fmla="*/ 8257864 w 12198158"/>
              <a:gd name="connsiteY66" fmla="*/ 4609458 h 4977304"/>
              <a:gd name="connsiteX67" fmla="*/ 8246529 w 12198158"/>
              <a:gd name="connsiteY67" fmla="*/ 4620148 h 4977304"/>
              <a:gd name="connsiteX68" fmla="*/ 8240334 w 12198158"/>
              <a:gd name="connsiteY68" fmla="*/ 4634257 h 4977304"/>
              <a:gd name="connsiteX69" fmla="*/ 8084875 w 12198158"/>
              <a:gd name="connsiteY69" fmla="*/ 4684387 h 4977304"/>
              <a:gd name="connsiteX70" fmla="*/ 7900134 w 12198158"/>
              <a:gd name="connsiteY70" fmla="*/ 4729969 h 4977304"/>
              <a:gd name="connsiteX71" fmla="*/ 7713595 w 12198158"/>
              <a:gd name="connsiteY71" fmla="*/ 4757895 h 4977304"/>
              <a:gd name="connsiteX72" fmla="*/ 7609267 w 12198158"/>
              <a:gd name="connsiteY72" fmla="*/ 4754126 h 4977304"/>
              <a:gd name="connsiteX73" fmla="*/ 7522521 w 12198158"/>
              <a:gd name="connsiteY73" fmla="*/ 4760455 h 4977304"/>
              <a:gd name="connsiteX74" fmla="*/ 7514554 w 12198158"/>
              <a:gd name="connsiteY74" fmla="*/ 4763228 h 4977304"/>
              <a:gd name="connsiteX75" fmla="*/ 7502403 w 12198158"/>
              <a:gd name="connsiteY75" fmla="*/ 4764677 h 4977304"/>
              <a:gd name="connsiteX76" fmla="*/ 7502032 w 12198158"/>
              <a:gd name="connsiteY76" fmla="*/ 4764322 h 4977304"/>
              <a:gd name="connsiteX77" fmla="*/ 7490794 w 12198158"/>
              <a:gd name="connsiteY77" fmla="*/ 4766442 h 4977304"/>
              <a:gd name="connsiteX78" fmla="*/ 7400450 w 12198158"/>
              <a:gd name="connsiteY78" fmla="*/ 4757640 h 4977304"/>
              <a:gd name="connsiteX79" fmla="*/ 7307302 w 12198158"/>
              <a:gd name="connsiteY79" fmla="*/ 4747220 h 4977304"/>
              <a:gd name="connsiteX80" fmla="*/ 7305976 w 12198158"/>
              <a:gd name="connsiteY80" fmla="*/ 4745654 h 4977304"/>
              <a:gd name="connsiteX81" fmla="*/ 7213744 w 12198158"/>
              <a:gd name="connsiteY81" fmla="*/ 4773074 h 4977304"/>
              <a:gd name="connsiteX82" fmla="*/ 7196298 w 12198158"/>
              <a:gd name="connsiteY82" fmla="*/ 4778016 h 4977304"/>
              <a:gd name="connsiteX83" fmla="*/ 7192202 w 12198158"/>
              <a:gd name="connsiteY83" fmla="*/ 4783834 h 4977304"/>
              <a:gd name="connsiteX84" fmla="*/ 7166024 w 12198158"/>
              <a:gd name="connsiteY84" fmla="*/ 4788882 h 4977304"/>
              <a:gd name="connsiteX85" fmla="*/ 7092253 w 12198158"/>
              <a:gd name="connsiteY85" fmla="*/ 4802161 h 4977304"/>
              <a:gd name="connsiteX86" fmla="*/ 7013814 w 12198158"/>
              <a:gd name="connsiteY86" fmla="*/ 4801755 h 4977304"/>
              <a:gd name="connsiteX87" fmla="*/ 6899540 w 12198158"/>
              <a:gd name="connsiteY87" fmla="*/ 4833798 h 4977304"/>
              <a:gd name="connsiteX88" fmla="*/ 6703746 w 12198158"/>
              <a:gd name="connsiteY88" fmla="*/ 4864157 h 4977304"/>
              <a:gd name="connsiteX89" fmla="*/ 6545085 w 12198158"/>
              <a:gd name="connsiteY89" fmla="*/ 4895408 h 4977304"/>
              <a:gd name="connsiteX90" fmla="*/ 6313345 w 12198158"/>
              <a:gd name="connsiteY90" fmla="*/ 4946232 h 4977304"/>
              <a:gd name="connsiteX91" fmla="*/ 6164558 w 12198158"/>
              <a:gd name="connsiteY91" fmla="*/ 4948498 h 4977304"/>
              <a:gd name="connsiteX92" fmla="*/ 6069796 w 12198158"/>
              <a:gd name="connsiteY92" fmla="*/ 4970720 h 4977304"/>
              <a:gd name="connsiteX93" fmla="*/ 6064481 w 12198158"/>
              <a:gd name="connsiteY93" fmla="*/ 4969051 h 4977304"/>
              <a:gd name="connsiteX94" fmla="*/ 6044602 w 12198158"/>
              <a:gd name="connsiteY94" fmla="*/ 4969792 h 4977304"/>
              <a:gd name="connsiteX95" fmla="*/ 6037252 w 12198158"/>
              <a:gd name="connsiteY95" fmla="*/ 4960726 h 4977304"/>
              <a:gd name="connsiteX96" fmla="*/ 6006081 w 12198158"/>
              <a:gd name="connsiteY96" fmla="*/ 4955195 h 4977304"/>
              <a:gd name="connsiteX97" fmla="*/ 5920065 w 12198158"/>
              <a:gd name="connsiteY97" fmla="*/ 4944866 h 4977304"/>
              <a:gd name="connsiteX98" fmla="*/ 5755077 w 12198158"/>
              <a:gd name="connsiteY98" fmla="*/ 4976193 h 4977304"/>
              <a:gd name="connsiteX99" fmla="*/ 5623207 w 12198158"/>
              <a:gd name="connsiteY99" fmla="*/ 4977304 h 4977304"/>
              <a:gd name="connsiteX100" fmla="*/ 5467256 w 12198158"/>
              <a:gd name="connsiteY100" fmla="*/ 4962079 h 4977304"/>
              <a:gd name="connsiteX101" fmla="*/ 5429137 w 12198158"/>
              <a:gd name="connsiteY101" fmla="*/ 4949858 h 4977304"/>
              <a:gd name="connsiteX102" fmla="*/ 5378078 w 12198158"/>
              <a:gd name="connsiteY102" fmla="*/ 4930634 h 4977304"/>
              <a:gd name="connsiteX103" fmla="*/ 5258253 w 12198158"/>
              <a:gd name="connsiteY103" fmla="*/ 4908461 h 4977304"/>
              <a:gd name="connsiteX104" fmla="*/ 5219477 w 12198158"/>
              <a:gd name="connsiteY104" fmla="*/ 4896381 h 4977304"/>
              <a:gd name="connsiteX105" fmla="*/ 5171208 w 12198158"/>
              <a:gd name="connsiteY105" fmla="*/ 4893134 h 4977304"/>
              <a:gd name="connsiteX106" fmla="*/ 5153115 w 12198158"/>
              <a:gd name="connsiteY106" fmla="*/ 4885290 h 4977304"/>
              <a:gd name="connsiteX107" fmla="*/ 5139168 w 12198158"/>
              <a:gd name="connsiteY107" fmla="*/ 4881597 h 4977304"/>
              <a:gd name="connsiteX108" fmla="*/ 5136167 w 12198158"/>
              <a:gd name="connsiteY108" fmla="*/ 4879315 h 4977304"/>
              <a:gd name="connsiteX109" fmla="*/ 5118243 w 12198158"/>
              <a:gd name="connsiteY109" fmla="*/ 4867529 h 4977304"/>
              <a:gd name="connsiteX110" fmla="*/ 5062411 w 12198158"/>
              <a:gd name="connsiteY110" fmla="*/ 4874665 h 4977304"/>
              <a:gd name="connsiteX111" fmla="*/ 5008170 w 12198158"/>
              <a:gd name="connsiteY111" fmla="*/ 4856876 h 4977304"/>
              <a:gd name="connsiteX112" fmla="*/ 4837210 w 12198158"/>
              <a:gd name="connsiteY112" fmla="*/ 4830794 h 4977304"/>
              <a:gd name="connsiteX113" fmla="*/ 4759270 w 12198158"/>
              <a:gd name="connsiteY113" fmla="*/ 4800638 h 4977304"/>
              <a:gd name="connsiteX114" fmla="*/ 4720035 w 12198158"/>
              <a:gd name="connsiteY114" fmla="*/ 4790848 h 4977304"/>
              <a:gd name="connsiteX115" fmla="*/ 4718027 w 12198158"/>
              <a:gd name="connsiteY115" fmla="*/ 4790035 h 4977304"/>
              <a:gd name="connsiteX116" fmla="*/ 4718961 w 12198158"/>
              <a:gd name="connsiteY116" fmla="*/ 4789806 h 4977304"/>
              <a:gd name="connsiteX117" fmla="*/ 4714055 w 12198158"/>
              <a:gd name="connsiteY117" fmla="*/ 4788426 h 4977304"/>
              <a:gd name="connsiteX118" fmla="*/ 4718027 w 12198158"/>
              <a:gd name="connsiteY118" fmla="*/ 4790035 h 4977304"/>
              <a:gd name="connsiteX119" fmla="*/ 4712381 w 12198158"/>
              <a:gd name="connsiteY119" fmla="*/ 4791420 h 4977304"/>
              <a:gd name="connsiteX120" fmla="*/ 4512801 w 12198158"/>
              <a:gd name="connsiteY120" fmla="*/ 4780666 h 4977304"/>
              <a:gd name="connsiteX121" fmla="*/ 4425588 w 12198158"/>
              <a:gd name="connsiteY121" fmla="*/ 4769100 h 4977304"/>
              <a:gd name="connsiteX122" fmla="*/ 4314086 w 12198158"/>
              <a:gd name="connsiteY122" fmla="*/ 4774822 h 4977304"/>
              <a:gd name="connsiteX123" fmla="*/ 4312230 w 12198158"/>
              <a:gd name="connsiteY123" fmla="*/ 4773365 h 4977304"/>
              <a:gd name="connsiteX124" fmla="*/ 4292278 w 12198158"/>
              <a:gd name="connsiteY124" fmla="*/ 4771325 h 4977304"/>
              <a:gd name="connsiteX125" fmla="*/ 4287201 w 12198158"/>
              <a:gd name="connsiteY125" fmla="*/ 4774493 h 4977304"/>
              <a:gd name="connsiteX126" fmla="*/ 4273289 w 12198158"/>
              <a:gd name="connsiteY126" fmla="*/ 4774225 h 4977304"/>
              <a:gd name="connsiteX127" fmla="*/ 4245283 w 12198158"/>
              <a:gd name="connsiteY127" fmla="*/ 4776749 h 4977304"/>
              <a:gd name="connsiteX128" fmla="*/ 4199245 w 12198158"/>
              <a:gd name="connsiteY128" fmla="*/ 4773714 h 4977304"/>
              <a:gd name="connsiteX129" fmla="*/ 4198941 w 12198158"/>
              <a:gd name="connsiteY129" fmla="*/ 4772347 h 4977304"/>
              <a:gd name="connsiteX130" fmla="*/ 4188453 w 12198158"/>
              <a:gd name="connsiteY130" fmla="*/ 4766228 h 4977304"/>
              <a:gd name="connsiteX131" fmla="*/ 4139982 w 12198158"/>
              <a:gd name="connsiteY131" fmla="*/ 4748999 h 4977304"/>
              <a:gd name="connsiteX132" fmla="*/ 4080374 w 12198158"/>
              <a:gd name="connsiteY132" fmla="*/ 4720184 h 4977304"/>
              <a:gd name="connsiteX133" fmla="*/ 4071828 w 12198158"/>
              <a:gd name="connsiteY133" fmla="*/ 4719278 h 4977304"/>
              <a:gd name="connsiteX134" fmla="*/ 4071710 w 12198158"/>
              <a:gd name="connsiteY134" fmla="*/ 4718953 h 4977304"/>
              <a:gd name="connsiteX135" fmla="*/ 4056247 w 12198158"/>
              <a:gd name="connsiteY135" fmla="*/ 4717622 h 4977304"/>
              <a:gd name="connsiteX136" fmla="*/ 4039668 w 12198158"/>
              <a:gd name="connsiteY136" fmla="*/ 4715861 h 4977304"/>
              <a:gd name="connsiteX137" fmla="*/ 4034303 w 12198158"/>
              <a:gd name="connsiteY137" fmla="*/ 4713218 h 4977304"/>
              <a:gd name="connsiteX138" fmla="*/ 4032672 w 12198158"/>
              <a:gd name="connsiteY138" fmla="*/ 4709236 h 4977304"/>
              <a:gd name="connsiteX139" fmla="*/ 4031088 w 12198158"/>
              <a:gd name="connsiteY139" fmla="*/ 4709491 h 4977304"/>
              <a:gd name="connsiteX140" fmla="*/ 4001867 w 12198158"/>
              <a:gd name="connsiteY140" fmla="*/ 4695842 h 4977304"/>
              <a:gd name="connsiteX141" fmla="*/ 3934220 w 12198158"/>
              <a:gd name="connsiteY141" fmla="*/ 4676884 h 4977304"/>
              <a:gd name="connsiteX142" fmla="*/ 3894676 w 12198158"/>
              <a:gd name="connsiteY142" fmla="*/ 4670743 h 4977304"/>
              <a:gd name="connsiteX143" fmla="*/ 3787232 w 12198158"/>
              <a:gd name="connsiteY143" fmla="*/ 4648764 h 4977304"/>
              <a:gd name="connsiteX144" fmla="*/ 3680057 w 12198158"/>
              <a:gd name="connsiteY144" fmla="*/ 4622784 h 4977304"/>
              <a:gd name="connsiteX145" fmla="*/ 3607627 w 12198158"/>
              <a:gd name="connsiteY145" fmla="*/ 4587738 h 4977304"/>
              <a:gd name="connsiteX146" fmla="*/ 3601451 w 12198158"/>
              <a:gd name="connsiteY146" fmla="*/ 4589218 h 4977304"/>
              <a:gd name="connsiteX147" fmla="*/ 3592338 w 12198158"/>
              <a:gd name="connsiteY147" fmla="*/ 4589396 h 4977304"/>
              <a:gd name="connsiteX148" fmla="*/ 3592104 w 12198158"/>
              <a:gd name="connsiteY148" fmla="*/ 4589103 h 4977304"/>
              <a:gd name="connsiteX149" fmla="*/ 3583586 w 12198158"/>
              <a:gd name="connsiteY149" fmla="*/ 4589853 h 4977304"/>
              <a:gd name="connsiteX150" fmla="*/ 3533777 w 12198158"/>
              <a:gd name="connsiteY150" fmla="*/ 4579320 h 4977304"/>
              <a:gd name="connsiteX151" fmla="*/ 3470906 w 12198158"/>
              <a:gd name="connsiteY151" fmla="*/ 4575344 h 4977304"/>
              <a:gd name="connsiteX152" fmla="*/ 3398460 w 12198158"/>
              <a:gd name="connsiteY152" fmla="*/ 4562260 h 4977304"/>
              <a:gd name="connsiteX153" fmla="*/ 3361644 w 12198158"/>
              <a:gd name="connsiteY153" fmla="*/ 4580670 h 4977304"/>
              <a:gd name="connsiteX154" fmla="*/ 3341795 w 12198158"/>
              <a:gd name="connsiteY154" fmla="*/ 4582496 h 4977304"/>
              <a:gd name="connsiteX155" fmla="*/ 3339469 w 12198158"/>
              <a:gd name="connsiteY155" fmla="*/ 4581438 h 4977304"/>
              <a:gd name="connsiteX156" fmla="*/ 3260180 w 12198158"/>
              <a:gd name="connsiteY156" fmla="*/ 4587820 h 4977304"/>
              <a:gd name="connsiteX157" fmla="*/ 3140460 w 12198158"/>
              <a:gd name="connsiteY157" fmla="*/ 4596263 h 4977304"/>
              <a:gd name="connsiteX158" fmla="*/ 3028270 w 12198158"/>
              <a:gd name="connsiteY158" fmla="*/ 4599134 h 4977304"/>
              <a:gd name="connsiteX159" fmla="*/ 2779714 w 12198158"/>
              <a:gd name="connsiteY159" fmla="*/ 4622831 h 4977304"/>
              <a:gd name="connsiteX160" fmla="*/ 2649525 w 12198158"/>
              <a:gd name="connsiteY160" fmla="*/ 4658086 h 4977304"/>
              <a:gd name="connsiteX161" fmla="*/ 2566315 w 12198158"/>
              <a:gd name="connsiteY161" fmla="*/ 4605776 h 4977304"/>
              <a:gd name="connsiteX162" fmla="*/ 2441626 w 12198158"/>
              <a:gd name="connsiteY162" fmla="*/ 4620872 h 4977304"/>
              <a:gd name="connsiteX163" fmla="*/ 2313568 w 12198158"/>
              <a:gd name="connsiteY163" fmla="*/ 4630067 h 4977304"/>
              <a:gd name="connsiteX164" fmla="*/ 2207105 w 12198158"/>
              <a:gd name="connsiteY164" fmla="*/ 4624384 h 4977304"/>
              <a:gd name="connsiteX165" fmla="*/ 2093268 w 12198158"/>
              <a:gd name="connsiteY165" fmla="*/ 4606236 h 4977304"/>
              <a:gd name="connsiteX166" fmla="*/ 1996024 w 12198158"/>
              <a:gd name="connsiteY166" fmla="*/ 4597526 h 4977304"/>
              <a:gd name="connsiteX167" fmla="*/ 1926886 w 12198158"/>
              <a:gd name="connsiteY167" fmla="*/ 4621358 h 4977304"/>
              <a:gd name="connsiteX168" fmla="*/ 1920368 w 12198158"/>
              <a:gd name="connsiteY168" fmla="*/ 4616112 h 4977304"/>
              <a:gd name="connsiteX169" fmla="*/ 1871831 w 12198158"/>
              <a:gd name="connsiteY169" fmla="*/ 4617844 h 4977304"/>
              <a:gd name="connsiteX170" fmla="*/ 1785463 w 12198158"/>
              <a:gd name="connsiteY170" fmla="*/ 4647841 h 4977304"/>
              <a:gd name="connsiteX171" fmla="*/ 1737045 w 12198158"/>
              <a:gd name="connsiteY171" fmla="*/ 4642356 h 4977304"/>
              <a:gd name="connsiteX172" fmla="*/ 1673954 w 12198158"/>
              <a:gd name="connsiteY172" fmla="*/ 4624601 h 4977304"/>
              <a:gd name="connsiteX173" fmla="*/ 1602834 w 12198158"/>
              <a:gd name="connsiteY173" fmla="*/ 4640924 h 4977304"/>
              <a:gd name="connsiteX174" fmla="*/ 1490351 w 12198158"/>
              <a:gd name="connsiteY174" fmla="*/ 4613132 h 4977304"/>
              <a:gd name="connsiteX175" fmla="*/ 1149212 w 12198158"/>
              <a:gd name="connsiteY175" fmla="*/ 4564210 h 4977304"/>
              <a:gd name="connsiteX176" fmla="*/ 938574 w 12198158"/>
              <a:gd name="connsiteY176" fmla="*/ 4566821 h 4977304"/>
              <a:gd name="connsiteX177" fmla="*/ 857697 w 12198158"/>
              <a:gd name="connsiteY177" fmla="*/ 4525391 h 4977304"/>
              <a:gd name="connsiteX178" fmla="*/ 836981 w 12198158"/>
              <a:gd name="connsiteY178" fmla="*/ 4526708 h 4977304"/>
              <a:gd name="connsiteX179" fmla="*/ 816264 w 12198158"/>
              <a:gd name="connsiteY179" fmla="*/ 4524575 h 4977304"/>
              <a:gd name="connsiteX180" fmla="*/ 810965 w 12198158"/>
              <a:gd name="connsiteY180" fmla="*/ 4527718 h 4977304"/>
              <a:gd name="connsiteX181" fmla="*/ 796509 w 12198158"/>
              <a:gd name="connsiteY181" fmla="*/ 4527387 h 4977304"/>
              <a:gd name="connsiteX182" fmla="*/ 767389 w 12198158"/>
              <a:gd name="connsiteY182" fmla="*/ 4529784 h 4977304"/>
              <a:gd name="connsiteX183" fmla="*/ 762544 w 12198158"/>
              <a:gd name="connsiteY183" fmla="*/ 4527372 h 4977304"/>
              <a:gd name="connsiteX184" fmla="*/ 719567 w 12198158"/>
              <a:gd name="connsiteY184" fmla="*/ 4526534 h 4977304"/>
              <a:gd name="connsiteX185" fmla="*/ 719262 w 12198158"/>
              <a:gd name="connsiteY185" fmla="*/ 4525164 h 4977304"/>
              <a:gd name="connsiteX186" fmla="*/ 708402 w 12198158"/>
              <a:gd name="connsiteY186" fmla="*/ 4518999 h 4977304"/>
              <a:gd name="connsiteX187" fmla="*/ 596394 w 12198158"/>
              <a:gd name="connsiteY187" fmla="*/ 4472455 h 4977304"/>
              <a:gd name="connsiteX188" fmla="*/ 578149 w 12198158"/>
              <a:gd name="connsiteY188" fmla="*/ 4469575 h 4977304"/>
              <a:gd name="connsiteX189" fmla="*/ 571336 w 12198158"/>
              <a:gd name="connsiteY189" fmla="*/ 4469781 h 4977304"/>
              <a:gd name="connsiteX190" fmla="*/ 444802 w 12198158"/>
              <a:gd name="connsiteY190" fmla="*/ 4428480 h 4977304"/>
              <a:gd name="connsiteX191" fmla="*/ 403746 w 12198158"/>
              <a:gd name="connsiteY191" fmla="*/ 4422157 h 4977304"/>
              <a:gd name="connsiteX192" fmla="*/ 292240 w 12198158"/>
              <a:gd name="connsiteY192" fmla="*/ 4399681 h 4977304"/>
              <a:gd name="connsiteX193" fmla="*/ 118302 w 12198158"/>
              <a:gd name="connsiteY193" fmla="*/ 4343421 h 4977304"/>
              <a:gd name="connsiteX194" fmla="*/ 15516 w 12198158"/>
              <a:gd name="connsiteY194" fmla="*/ 4340320 h 4977304"/>
              <a:gd name="connsiteX195" fmla="*/ 2 w 12198158"/>
              <a:gd name="connsiteY195" fmla="*/ 4334381 h 4977304"/>
              <a:gd name="connsiteX196" fmla="*/ 2 w 12198158"/>
              <a:gd name="connsiteY196" fmla="*/ 3589361 h 4977304"/>
              <a:gd name="connsiteX197" fmla="*/ 0 w 12198158"/>
              <a:gd name="connsiteY197" fmla="*/ 0 h 4977304"/>
              <a:gd name="connsiteX0" fmla="*/ 0 w 12198158"/>
              <a:gd name="connsiteY0" fmla="*/ 0 h 4977304"/>
              <a:gd name="connsiteX1" fmla="*/ 12192000 w 12198158"/>
              <a:gd name="connsiteY1" fmla="*/ 0 h 4977304"/>
              <a:gd name="connsiteX2" fmla="*/ 12198158 w 12198158"/>
              <a:gd name="connsiteY2" fmla="*/ 3664565 h 4977304"/>
              <a:gd name="connsiteX3" fmla="*/ 12132764 w 12198158"/>
              <a:gd name="connsiteY3" fmla="*/ 3748492 h 4977304"/>
              <a:gd name="connsiteX4" fmla="*/ 12053056 w 12198158"/>
              <a:gd name="connsiteY4" fmla="*/ 3749753 h 4977304"/>
              <a:gd name="connsiteX5" fmla="*/ 11938513 w 12198158"/>
              <a:gd name="connsiteY5" fmla="*/ 3754367 h 4977304"/>
              <a:gd name="connsiteX6" fmla="*/ 11853342 w 12198158"/>
              <a:gd name="connsiteY6" fmla="*/ 3782688 h 4977304"/>
              <a:gd name="connsiteX7" fmla="*/ 11704569 w 12198158"/>
              <a:gd name="connsiteY7" fmla="*/ 3839336 h 4977304"/>
              <a:gd name="connsiteX8" fmla="*/ 11577641 w 12198158"/>
              <a:gd name="connsiteY8" fmla="*/ 3885996 h 4977304"/>
              <a:gd name="connsiteX9" fmla="*/ 11508791 w 12198158"/>
              <a:gd name="connsiteY9" fmla="*/ 3969283 h 4977304"/>
              <a:gd name="connsiteX10" fmla="*/ 11388373 w 12198158"/>
              <a:gd name="connsiteY10" fmla="*/ 4027440 h 4977304"/>
              <a:gd name="connsiteX11" fmla="*/ 11276406 w 12198158"/>
              <a:gd name="connsiteY11" fmla="*/ 4056099 h 4977304"/>
              <a:gd name="connsiteX12" fmla="*/ 11190251 w 12198158"/>
              <a:gd name="connsiteY12" fmla="*/ 4073272 h 4977304"/>
              <a:gd name="connsiteX13" fmla="*/ 11139995 w 12198158"/>
              <a:gd name="connsiteY13" fmla="*/ 4081811 h 4977304"/>
              <a:gd name="connsiteX14" fmla="*/ 11040727 w 12198158"/>
              <a:gd name="connsiteY14" fmla="*/ 4081109 h 4977304"/>
              <a:gd name="connsiteX15" fmla="*/ 10969005 w 12198158"/>
              <a:gd name="connsiteY15" fmla="*/ 4091154 h 4977304"/>
              <a:gd name="connsiteX16" fmla="*/ 10899772 w 12198158"/>
              <a:gd name="connsiteY16" fmla="*/ 4122857 h 4977304"/>
              <a:gd name="connsiteX17" fmla="*/ 10838983 w 12198158"/>
              <a:gd name="connsiteY17" fmla="*/ 4155791 h 4977304"/>
              <a:gd name="connsiteX18" fmla="*/ 10769520 w 12198158"/>
              <a:gd name="connsiteY18" fmla="*/ 4198574 h 4977304"/>
              <a:gd name="connsiteX19" fmla="*/ 10570843 w 12198158"/>
              <a:gd name="connsiteY19" fmla="*/ 4255424 h 4977304"/>
              <a:gd name="connsiteX20" fmla="*/ 10512263 w 12198158"/>
              <a:gd name="connsiteY20" fmla="*/ 4291698 h 4977304"/>
              <a:gd name="connsiteX21" fmla="*/ 10439016 w 12198158"/>
              <a:gd name="connsiteY21" fmla="*/ 4293933 h 4977304"/>
              <a:gd name="connsiteX22" fmla="*/ 10376941 w 12198158"/>
              <a:gd name="connsiteY22" fmla="*/ 4298111 h 4977304"/>
              <a:gd name="connsiteX23" fmla="*/ 10329960 w 12198158"/>
              <a:gd name="connsiteY23" fmla="*/ 4298774 h 4977304"/>
              <a:gd name="connsiteX24" fmla="*/ 10254256 w 12198158"/>
              <a:gd name="connsiteY24" fmla="*/ 4309364 h 4977304"/>
              <a:gd name="connsiteX25" fmla="*/ 10119745 w 12198158"/>
              <a:gd name="connsiteY25" fmla="*/ 4321869 h 4977304"/>
              <a:gd name="connsiteX26" fmla="*/ 10075444 w 12198158"/>
              <a:gd name="connsiteY26" fmla="*/ 4324144 h 4977304"/>
              <a:gd name="connsiteX27" fmla="*/ 10032543 w 12198158"/>
              <a:gd name="connsiteY27" fmla="*/ 4322337 h 4977304"/>
              <a:gd name="connsiteX28" fmla="*/ 9953375 w 12198158"/>
              <a:gd name="connsiteY28" fmla="*/ 4339186 h 4977304"/>
              <a:gd name="connsiteX29" fmla="*/ 9841223 w 12198158"/>
              <a:gd name="connsiteY29" fmla="*/ 4346536 h 4977304"/>
              <a:gd name="connsiteX30" fmla="*/ 9721820 w 12198158"/>
              <a:gd name="connsiteY30" fmla="*/ 4368481 h 4977304"/>
              <a:gd name="connsiteX31" fmla="*/ 9578114 w 12198158"/>
              <a:gd name="connsiteY31" fmla="*/ 4380883 h 4977304"/>
              <a:gd name="connsiteX32" fmla="*/ 9336820 w 12198158"/>
              <a:gd name="connsiteY32" fmla="*/ 4430514 h 4977304"/>
              <a:gd name="connsiteX33" fmla="*/ 9272837 w 12198158"/>
              <a:gd name="connsiteY33" fmla="*/ 4491645 h 4977304"/>
              <a:gd name="connsiteX34" fmla="*/ 9188677 w 12198158"/>
              <a:gd name="connsiteY34" fmla="*/ 4497828 h 4977304"/>
              <a:gd name="connsiteX35" fmla="*/ 9183116 w 12198158"/>
              <a:gd name="connsiteY35" fmla="*/ 4507862 h 4977304"/>
              <a:gd name="connsiteX36" fmla="*/ 9145128 w 12198158"/>
              <a:gd name="connsiteY36" fmla="*/ 4520027 h 4977304"/>
              <a:gd name="connsiteX37" fmla="*/ 9144106 w 12198158"/>
              <a:gd name="connsiteY37" fmla="*/ 4518870 h 4977304"/>
              <a:gd name="connsiteX38" fmla="*/ 9131223 w 12198158"/>
              <a:gd name="connsiteY38" fmla="*/ 4516515 h 4977304"/>
              <a:gd name="connsiteX39" fmla="*/ 9107733 w 12198158"/>
              <a:gd name="connsiteY39" fmla="*/ 4515031 h 4977304"/>
              <a:gd name="connsiteX40" fmla="*/ 9047414 w 12198158"/>
              <a:gd name="connsiteY40" fmla="*/ 4506003 h 4977304"/>
              <a:gd name="connsiteX41" fmla="*/ 8999479 w 12198158"/>
              <a:gd name="connsiteY41" fmla="*/ 4509570 h 4977304"/>
              <a:gd name="connsiteX42" fmla="*/ 8999194 w 12198158"/>
              <a:gd name="connsiteY42" fmla="*/ 4509309 h 4977304"/>
              <a:gd name="connsiteX43" fmla="*/ 8990231 w 12198158"/>
              <a:gd name="connsiteY43" fmla="*/ 4510625 h 4977304"/>
              <a:gd name="connsiteX44" fmla="*/ 8984397 w 12198158"/>
              <a:gd name="connsiteY44" fmla="*/ 4512863 h 4977304"/>
              <a:gd name="connsiteX45" fmla="*/ 8968351 w 12198158"/>
              <a:gd name="connsiteY45" fmla="*/ 4516366 h 4977304"/>
              <a:gd name="connsiteX46" fmla="*/ 8962029 w 12198158"/>
              <a:gd name="connsiteY46" fmla="*/ 4515606 h 4977304"/>
              <a:gd name="connsiteX47" fmla="*/ 8957069 w 12198158"/>
              <a:gd name="connsiteY47" fmla="*/ 4513190 h 4977304"/>
              <a:gd name="connsiteX48" fmla="*/ 8889695 w 12198158"/>
              <a:gd name="connsiteY48" fmla="*/ 4533539 h 4977304"/>
              <a:gd name="connsiteX49" fmla="*/ 8746606 w 12198158"/>
              <a:gd name="connsiteY49" fmla="*/ 4530613 h 4977304"/>
              <a:gd name="connsiteX50" fmla="*/ 8702038 w 12198158"/>
              <a:gd name="connsiteY50" fmla="*/ 4532895 h 4977304"/>
              <a:gd name="connsiteX51" fmla="*/ 8590337 w 12198158"/>
              <a:gd name="connsiteY51" fmla="*/ 4542204 h 4977304"/>
              <a:gd name="connsiteX52" fmla="*/ 8519543 w 12198158"/>
              <a:gd name="connsiteY52" fmla="*/ 4526086 h 4977304"/>
              <a:gd name="connsiteX53" fmla="*/ 8505306 w 12198158"/>
              <a:gd name="connsiteY53" fmla="*/ 4532509 h 4977304"/>
              <a:gd name="connsiteX54" fmla="*/ 8500493 w 12198158"/>
              <a:gd name="connsiteY54" fmla="*/ 4535768 h 4977304"/>
              <a:gd name="connsiteX55" fmla="*/ 8492299 w 12198158"/>
              <a:gd name="connsiteY55" fmla="*/ 4538742 h 4977304"/>
              <a:gd name="connsiteX56" fmla="*/ 8491926 w 12198158"/>
              <a:gd name="connsiteY56" fmla="*/ 4538547 h 4977304"/>
              <a:gd name="connsiteX57" fmla="*/ 8484586 w 12198158"/>
              <a:gd name="connsiteY57" fmla="*/ 4541860 h 4977304"/>
              <a:gd name="connsiteX58" fmla="*/ 8361601 w 12198158"/>
              <a:gd name="connsiteY58" fmla="*/ 4557109 h 4977304"/>
              <a:gd name="connsiteX59" fmla="*/ 8348227 w 12198158"/>
              <a:gd name="connsiteY59" fmla="*/ 4557320 h 4977304"/>
              <a:gd name="connsiteX60" fmla="*/ 8346801 w 12198158"/>
              <a:gd name="connsiteY60" fmla="*/ 4556408 h 4977304"/>
              <a:gd name="connsiteX61" fmla="*/ 8308886 w 12198158"/>
              <a:gd name="connsiteY61" fmla="*/ 4575677 h 4977304"/>
              <a:gd name="connsiteX62" fmla="*/ 8289640 w 12198158"/>
              <a:gd name="connsiteY62" fmla="*/ 4590767 h 4977304"/>
              <a:gd name="connsiteX63" fmla="*/ 8278750 w 12198158"/>
              <a:gd name="connsiteY63" fmla="*/ 4597091 h 4977304"/>
              <a:gd name="connsiteX64" fmla="*/ 8277624 w 12198158"/>
              <a:gd name="connsiteY64" fmla="*/ 4601916 h 4977304"/>
              <a:gd name="connsiteX65" fmla="*/ 8260561 w 12198158"/>
              <a:gd name="connsiteY65" fmla="*/ 4609708 h 4977304"/>
              <a:gd name="connsiteX66" fmla="*/ 8257864 w 12198158"/>
              <a:gd name="connsiteY66" fmla="*/ 4609458 h 4977304"/>
              <a:gd name="connsiteX67" fmla="*/ 8246529 w 12198158"/>
              <a:gd name="connsiteY67" fmla="*/ 4620148 h 4977304"/>
              <a:gd name="connsiteX68" fmla="*/ 8240334 w 12198158"/>
              <a:gd name="connsiteY68" fmla="*/ 4634257 h 4977304"/>
              <a:gd name="connsiteX69" fmla="*/ 8084875 w 12198158"/>
              <a:gd name="connsiteY69" fmla="*/ 4684387 h 4977304"/>
              <a:gd name="connsiteX70" fmla="*/ 7900134 w 12198158"/>
              <a:gd name="connsiteY70" fmla="*/ 4729969 h 4977304"/>
              <a:gd name="connsiteX71" fmla="*/ 7713595 w 12198158"/>
              <a:gd name="connsiteY71" fmla="*/ 4757895 h 4977304"/>
              <a:gd name="connsiteX72" fmla="*/ 7609267 w 12198158"/>
              <a:gd name="connsiteY72" fmla="*/ 4754126 h 4977304"/>
              <a:gd name="connsiteX73" fmla="*/ 7522521 w 12198158"/>
              <a:gd name="connsiteY73" fmla="*/ 4760455 h 4977304"/>
              <a:gd name="connsiteX74" fmla="*/ 7514554 w 12198158"/>
              <a:gd name="connsiteY74" fmla="*/ 4763228 h 4977304"/>
              <a:gd name="connsiteX75" fmla="*/ 7502403 w 12198158"/>
              <a:gd name="connsiteY75" fmla="*/ 4764677 h 4977304"/>
              <a:gd name="connsiteX76" fmla="*/ 7502032 w 12198158"/>
              <a:gd name="connsiteY76" fmla="*/ 4764322 h 4977304"/>
              <a:gd name="connsiteX77" fmla="*/ 7490794 w 12198158"/>
              <a:gd name="connsiteY77" fmla="*/ 4766442 h 4977304"/>
              <a:gd name="connsiteX78" fmla="*/ 7400450 w 12198158"/>
              <a:gd name="connsiteY78" fmla="*/ 4757640 h 4977304"/>
              <a:gd name="connsiteX79" fmla="*/ 7307302 w 12198158"/>
              <a:gd name="connsiteY79" fmla="*/ 4747220 h 4977304"/>
              <a:gd name="connsiteX80" fmla="*/ 7305976 w 12198158"/>
              <a:gd name="connsiteY80" fmla="*/ 4745654 h 4977304"/>
              <a:gd name="connsiteX81" fmla="*/ 7213744 w 12198158"/>
              <a:gd name="connsiteY81" fmla="*/ 4773074 h 4977304"/>
              <a:gd name="connsiteX82" fmla="*/ 7196298 w 12198158"/>
              <a:gd name="connsiteY82" fmla="*/ 4778016 h 4977304"/>
              <a:gd name="connsiteX83" fmla="*/ 7192202 w 12198158"/>
              <a:gd name="connsiteY83" fmla="*/ 4783834 h 4977304"/>
              <a:gd name="connsiteX84" fmla="*/ 7166024 w 12198158"/>
              <a:gd name="connsiteY84" fmla="*/ 4788882 h 4977304"/>
              <a:gd name="connsiteX85" fmla="*/ 7092253 w 12198158"/>
              <a:gd name="connsiteY85" fmla="*/ 4802161 h 4977304"/>
              <a:gd name="connsiteX86" fmla="*/ 7013814 w 12198158"/>
              <a:gd name="connsiteY86" fmla="*/ 4801755 h 4977304"/>
              <a:gd name="connsiteX87" fmla="*/ 6899540 w 12198158"/>
              <a:gd name="connsiteY87" fmla="*/ 4833798 h 4977304"/>
              <a:gd name="connsiteX88" fmla="*/ 6703746 w 12198158"/>
              <a:gd name="connsiteY88" fmla="*/ 4864157 h 4977304"/>
              <a:gd name="connsiteX89" fmla="*/ 6545085 w 12198158"/>
              <a:gd name="connsiteY89" fmla="*/ 4895408 h 4977304"/>
              <a:gd name="connsiteX90" fmla="*/ 6313345 w 12198158"/>
              <a:gd name="connsiteY90" fmla="*/ 4946232 h 4977304"/>
              <a:gd name="connsiteX91" fmla="*/ 6164558 w 12198158"/>
              <a:gd name="connsiteY91" fmla="*/ 4948498 h 4977304"/>
              <a:gd name="connsiteX92" fmla="*/ 6069796 w 12198158"/>
              <a:gd name="connsiteY92" fmla="*/ 4970720 h 4977304"/>
              <a:gd name="connsiteX93" fmla="*/ 6064481 w 12198158"/>
              <a:gd name="connsiteY93" fmla="*/ 4969051 h 4977304"/>
              <a:gd name="connsiteX94" fmla="*/ 6044602 w 12198158"/>
              <a:gd name="connsiteY94" fmla="*/ 4969792 h 4977304"/>
              <a:gd name="connsiteX95" fmla="*/ 6037252 w 12198158"/>
              <a:gd name="connsiteY95" fmla="*/ 4960726 h 4977304"/>
              <a:gd name="connsiteX96" fmla="*/ 6006081 w 12198158"/>
              <a:gd name="connsiteY96" fmla="*/ 4955195 h 4977304"/>
              <a:gd name="connsiteX97" fmla="*/ 5920065 w 12198158"/>
              <a:gd name="connsiteY97" fmla="*/ 4944866 h 4977304"/>
              <a:gd name="connsiteX98" fmla="*/ 5755077 w 12198158"/>
              <a:gd name="connsiteY98" fmla="*/ 4976193 h 4977304"/>
              <a:gd name="connsiteX99" fmla="*/ 5623207 w 12198158"/>
              <a:gd name="connsiteY99" fmla="*/ 4977304 h 4977304"/>
              <a:gd name="connsiteX100" fmla="*/ 5467256 w 12198158"/>
              <a:gd name="connsiteY100" fmla="*/ 4962079 h 4977304"/>
              <a:gd name="connsiteX101" fmla="*/ 5429137 w 12198158"/>
              <a:gd name="connsiteY101" fmla="*/ 4949858 h 4977304"/>
              <a:gd name="connsiteX102" fmla="*/ 5378078 w 12198158"/>
              <a:gd name="connsiteY102" fmla="*/ 4930634 h 4977304"/>
              <a:gd name="connsiteX103" fmla="*/ 5258253 w 12198158"/>
              <a:gd name="connsiteY103" fmla="*/ 4908461 h 4977304"/>
              <a:gd name="connsiteX104" fmla="*/ 5219477 w 12198158"/>
              <a:gd name="connsiteY104" fmla="*/ 4896381 h 4977304"/>
              <a:gd name="connsiteX105" fmla="*/ 5171208 w 12198158"/>
              <a:gd name="connsiteY105" fmla="*/ 4893134 h 4977304"/>
              <a:gd name="connsiteX106" fmla="*/ 5153115 w 12198158"/>
              <a:gd name="connsiteY106" fmla="*/ 4885290 h 4977304"/>
              <a:gd name="connsiteX107" fmla="*/ 5139168 w 12198158"/>
              <a:gd name="connsiteY107" fmla="*/ 4881597 h 4977304"/>
              <a:gd name="connsiteX108" fmla="*/ 5136167 w 12198158"/>
              <a:gd name="connsiteY108" fmla="*/ 4879315 h 4977304"/>
              <a:gd name="connsiteX109" fmla="*/ 5118243 w 12198158"/>
              <a:gd name="connsiteY109" fmla="*/ 4867529 h 4977304"/>
              <a:gd name="connsiteX110" fmla="*/ 5062411 w 12198158"/>
              <a:gd name="connsiteY110" fmla="*/ 4874665 h 4977304"/>
              <a:gd name="connsiteX111" fmla="*/ 5008170 w 12198158"/>
              <a:gd name="connsiteY111" fmla="*/ 4856876 h 4977304"/>
              <a:gd name="connsiteX112" fmla="*/ 4837210 w 12198158"/>
              <a:gd name="connsiteY112" fmla="*/ 4830794 h 4977304"/>
              <a:gd name="connsiteX113" fmla="*/ 4759270 w 12198158"/>
              <a:gd name="connsiteY113" fmla="*/ 4800638 h 4977304"/>
              <a:gd name="connsiteX114" fmla="*/ 4720035 w 12198158"/>
              <a:gd name="connsiteY114" fmla="*/ 4790848 h 4977304"/>
              <a:gd name="connsiteX115" fmla="*/ 4718027 w 12198158"/>
              <a:gd name="connsiteY115" fmla="*/ 4790035 h 4977304"/>
              <a:gd name="connsiteX116" fmla="*/ 4718961 w 12198158"/>
              <a:gd name="connsiteY116" fmla="*/ 4789806 h 4977304"/>
              <a:gd name="connsiteX117" fmla="*/ 4714055 w 12198158"/>
              <a:gd name="connsiteY117" fmla="*/ 4788426 h 4977304"/>
              <a:gd name="connsiteX118" fmla="*/ 4718027 w 12198158"/>
              <a:gd name="connsiteY118" fmla="*/ 4790035 h 4977304"/>
              <a:gd name="connsiteX119" fmla="*/ 4712381 w 12198158"/>
              <a:gd name="connsiteY119" fmla="*/ 4791420 h 4977304"/>
              <a:gd name="connsiteX120" fmla="*/ 4512801 w 12198158"/>
              <a:gd name="connsiteY120" fmla="*/ 4780666 h 4977304"/>
              <a:gd name="connsiteX121" fmla="*/ 4425588 w 12198158"/>
              <a:gd name="connsiteY121" fmla="*/ 4769100 h 4977304"/>
              <a:gd name="connsiteX122" fmla="*/ 4314086 w 12198158"/>
              <a:gd name="connsiteY122" fmla="*/ 4774822 h 4977304"/>
              <a:gd name="connsiteX123" fmla="*/ 4312230 w 12198158"/>
              <a:gd name="connsiteY123" fmla="*/ 4773365 h 4977304"/>
              <a:gd name="connsiteX124" fmla="*/ 4292278 w 12198158"/>
              <a:gd name="connsiteY124" fmla="*/ 4771325 h 4977304"/>
              <a:gd name="connsiteX125" fmla="*/ 4287201 w 12198158"/>
              <a:gd name="connsiteY125" fmla="*/ 4774493 h 4977304"/>
              <a:gd name="connsiteX126" fmla="*/ 4273289 w 12198158"/>
              <a:gd name="connsiteY126" fmla="*/ 4774225 h 4977304"/>
              <a:gd name="connsiteX127" fmla="*/ 4245283 w 12198158"/>
              <a:gd name="connsiteY127" fmla="*/ 4776749 h 4977304"/>
              <a:gd name="connsiteX128" fmla="*/ 4199245 w 12198158"/>
              <a:gd name="connsiteY128" fmla="*/ 4773714 h 4977304"/>
              <a:gd name="connsiteX129" fmla="*/ 4198941 w 12198158"/>
              <a:gd name="connsiteY129" fmla="*/ 4772347 h 4977304"/>
              <a:gd name="connsiteX130" fmla="*/ 4188453 w 12198158"/>
              <a:gd name="connsiteY130" fmla="*/ 4766228 h 4977304"/>
              <a:gd name="connsiteX131" fmla="*/ 4139982 w 12198158"/>
              <a:gd name="connsiteY131" fmla="*/ 4748999 h 4977304"/>
              <a:gd name="connsiteX132" fmla="*/ 4080374 w 12198158"/>
              <a:gd name="connsiteY132" fmla="*/ 4720184 h 4977304"/>
              <a:gd name="connsiteX133" fmla="*/ 4071828 w 12198158"/>
              <a:gd name="connsiteY133" fmla="*/ 4719278 h 4977304"/>
              <a:gd name="connsiteX134" fmla="*/ 4071710 w 12198158"/>
              <a:gd name="connsiteY134" fmla="*/ 4718953 h 4977304"/>
              <a:gd name="connsiteX135" fmla="*/ 4056247 w 12198158"/>
              <a:gd name="connsiteY135" fmla="*/ 4717622 h 4977304"/>
              <a:gd name="connsiteX136" fmla="*/ 4039668 w 12198158"/>
              <a:gd name="connsiteY136" fmla="*/ 4715861 h 4977304"/>
              <a:gd name="connsiteX137" fmla="*/ 4034303 w 12198158"/>
              <a:gd name="connsiteY137" fmla="*/ 4713218 h 4977304"/>
              <a:gd name="connsiteX138" fmla="*/ 4032672 w 12198158"/>
              <a:gd name="connsiteY138" fmla="*/ 4709236 h 4977304"/>
              <a:gd name="connsiteX139" fmla="*/ 4031088 w 12198158"/>
              <a:gd name="connsiteY139" fmla="*/ 4709491 h 4977304"/>
              <a:gd name="connsiteX140" fmla="*/ 4001867 w 12198158"/>
              <a:gd name="connsiteY140" fmla="*/ 4695842 h 4977304"/>
              <a:gd name="connsiteX141" fmla="*/ 3934220 w 12198158"/>
              <a:gd name="connsiteY141" fmla="*/ 4676884 h 4977304"/>
              <a:gd name="connsiteX142" fmla="*/ 3894676 w 12198158"/>
              <a:gd name="connsiteY142" fmla="*/ 4670743 h 4977304"/>
              <a:gd name="connsiteX143" fmla="*/ 3787232 w 12198158"/>
              <a:gd name="connsiteY143" fmla="*/ 4648764 h 4977304"/>
              <a:gd name="connsiteX144" fmla="*/ 3680057 w 12198158"/>
              <a:gd name="connsiteY144" fmla="*/ 4622784 h 4977304"/>
              <a:gd name="connsiteX145" fmla="*/ 3607627 w 12198158"/>
              <a:gd name="connsiteY145" fmla="*/ 4587738 h 4977304"/>
              <a:gd name="connsiteX146" fmla="*/ 3601451 w 12198158"/>
              <a:gd name="connsiteY146" fmla="*/ 4589218 h 4977304"/>
              <a:gd name="connsiteX147" fmla="*/ 3592338 w 12198158"/>
              <a:gd name="connsiteY147" fmla="*/ 4589396 h 4977304"/>
              <a:gd name="connsiteX148" fmla="*/ 3592104 w 12198158"/>
              <a:gd name="connsiteY148" fmla="*/ 4589103 h 4977304"/>
              <a:gd name="connsiteX149" fmla="*/ 3583586 w 12198158"/>
              <a:gd name="connsiteY149" fmla="*/ 4589853 h 4977304"/>
              <a:gd name="connsiteX150" fmla="*/ 3533777 w 12198158"/>
              <a:gd name="connsiteY150" fmla="*/ 4579320 h 4977304"/>
              <a:gd name="connsiteX151" fmla="*/ 3470906 w 12198158"/>
              <a:gd name="connsiteY151" fmla="*/ 4575344 h 4977304"/>
              <a:gd name="connsiteX152" fmla="*/ 3398460 w 12198158"/>
              <a:gd name="connsiteY152" fmla="*/ 4562260 h 4977304"/>
              <a:gd name="connsiteX153" fmla="*/ 3361644 w 12198158"/>
              <a:gd name="connsiteY153" fmla="*/ 4580670 h 4977304"/>
              <a:gd name="connsiteX154" fmla="*/ 3341795 w 12198158"/>
              <a:gd name="connsiteY154" fmla="*/ 4582496 h 4977304"/>
              <a:gd name="connsiteX155" fmla="*/ 3339469 w 12198158"/>
              <a:gd name="connsiteY155" fmla="*/ 4581438 h 4977304"/>
              <a:gd name="connsiteX156" fmla="*/ 3260180 w 12198158"/>
              <a:gd name="connsiteY156" fmla="*/ 4587820 h 4977304"/>
              <a:gd name="connsiteX157" fmla="*/ 3140460 w 12198158"/>
              <a:gd name="connsiteY157" fmla="*/ 4596263 h 4977304"/>
              <a:gd name="connsiteX158" fmla="*/ 3028270 w 12198158"/>
              <a:gd name="connsiteY158" fmla="*/ 4599134 h 4977304"/>
              <a:gd name="connsiteX159" fmla="*/ 2779714 w 12198158"/>
              <a:gd name="connsiteY159" fmla="*/ 4622831 h 4977304"/>
              <a:gd name="connsiteX160" fmla="*/ 2649525 w 12198158"/>
              <a:gd name="connsiteY160" fmla="*/ 4658086 h 4977304"/>
              <a:gd name="connsiteX161" fmla="*/ 2566315 w 12198158"/>
              <a:gd name="connsiteY161" fmla="*/ 4605776 h 4977304"/>
              <a:gd name="connsiteX162" fmla="*/ 2441626 w 12198158"/>
              <a:gd name="connsiteY162" fmla="*/ 4620872 h 4977304"/>
              <a:gd name="connsiteX163" fmla="*/ 2313568 w 12198158"/>
              <a:gd name="connsiteY163" fmla="*/ 4630067 h 4977304"/>
              <a:gd name="connsiteX164" fmla="*/ 2207105 w 12198158"/>
              <a:gd name="connsiteY164" fmla="*/ 4624384 h 4977304"/>
              <a:gd name="connsiteX165" fmla="*/ 2093268 w 12198158"/>
              <a:gd name="connsiteY165" fmla="*/ 4606236 h 4977304"/>
              <a:gd name="connsiteX166" fmla="*/ 1996024 w 12198158"/>
              <a:gd name="connsiteY166" fmla="*/ 4597526 h 4977304"/>
              <a:gd name="connsiteX167" fmla="*/ 1926886 w 12198158"/>
              <a:gd name="connsiteY167" fmla="*/ 4621358 h 4977304"/>
              <a:gd name="connsiteX168" fmla="*/ 1920368 w 12198158"/>
              <a:gd name="connsiteY168" fmla="*/ 4616112 h 4977304"/>
              <a:gd name="connsiteX169" fmla="*/ 1871831 w 12198158"/>
              <a:gd name="connsiteY169" fmla="*/ 4617844 h 4977304"/>
              <a:gd name="connsiteX170" fmla="*/ 1785463 w 12198158"/>
              <a:gd name="connsiteY170" fmla="*/ 4647841 h 4977304"/>
              <a:gd name="connsiteX171" fmla="*/ 1737045 w 12198158"/>
              <a:gd name="connsiteY171" fmla="*/ 4642356 h 4977304"/>
              <a:gd name="connsiteX172" fmla="*/ 1673954 w 12198158"/>
              <a:gd name="connsiteY172" fmla="*/ 4624601 h 4977304"/>
              <a:gd name="connsiteX173" fmla="*/ 1602834 w 12198158"/>
              <a:gd name="connsiteY173" fmla="*/ 4640924 h 4977304"/>
              <a:gd name="connsiteX174" fmla="*/ 1490351 w 12198158"/>
              <a:gd name="connsiteY174" fmla="*/ 4613132 h 4977304"/>
              <a:gd name="connsiteX175" fmla="*/ 1149212 w 12198158"/>
              <a:gd name="connsiteY175" fmla="*/ 4564210 h 4977304"/>
              <a:gd name="connsiteX176" fmla="*/ 938574 w 12198158"/>
              <a:gd name="connsiteY176" fmla="*/ 4566821 h 4977304"/>
              <a:gd name="connsiteX177" fmla="*/ 857697 w 12198158"/>
              <a:gd name="connsiteY177" fmla="*/ 4525391 h 4977304"/>
              <a:gd name="connsiteX178" fmla="*/ 836981 w 12198158"/>
              <a:gd name="connsiteY178" fmla="*/ 4526708 h 4977304"/>
              <a:gd name="connsiteX179" fmla="*/ 816264 w 12198158"/>
              <a:gd name="connsiteY179" fmla="*/ 4524575 h 4977304"/>
              <a:gd name="connsiteX180" fmla="*/ 810965 w 12198158"/>
              <a:gd name="connsiteY180" fmla="*/ 4527718 h 4977304"/>
              <a:gd name="connsiteX181" fmla="*/ 796509 w 12198158"/>
              <a:gd name="connsiteY181" fmla="*/ 4527387 h 4977304"/>
              <a:gd name="connsiteX182" fmla="*/ 767389 w 12198158"/>
              <a:gd name="connsiteY182" fmla="*/ 4529784 h 4977304"/>
              <a:gd name="connsiteX183" fmla="*/ 762544 w 12198158"/>
              <a:gd name="connsiteY183" fmla="*/ 4527372 h 4977304"/>
              <a:gd name="connsiteX184" fmla="*/ 719567 w 12198158"/>
              <a:gd name="connsiteY184" fmla="*/ 4526534 h 4977304"/>
              <a:gd name="connsiteX185" fmla="*/ 719262 w 12198158"/>
              <a:gd name="connsiteY185" fmla="*/ 4525164 h 4977304"/>
              <a:gd name="connsiteX186" fmla="*/ 708402 w 12198158"/>
              <a:gd name="connsiteY186" fmla="*/ 4518999 h 4977304"/>
              <a:gd name="connsiteX187" fmla="*/ 596394 w 12198158"/>
              <a:gd name="connsiteY187" fmla="*/ 4472455 h 4977304"/>
              <a:gd name="connsiteX188" fmla="*/ 578149 w 12198158"/>
              <a:gd name="connsiteY188" fmla="*/ 4469575 h 4977304"/>
              <a:gd name="connsiteX189" fmla="*/ 571336 w 12198158"/>
              <a:gd name="connsiteY189" fmla="*/ 4469781 h 4977304"/>
              <a:gd name="connsiteX190" fmla="*/ 444802 w 12198158"/>
              <a:gd name="connsiteY190" fmla="*/ 4428480 h 4977304"/>
              <a:gd name="connsiteX191" fmla="*/ 403746 w 12198158"/>
              <a:gd name="connsiteY191" fmla="*/ 4422157 h 4977304"/>
              <a:gd name="connsiteX192" fmla="*/ 292240 w 12198158"/>
              <a:gd name="connsiteY192" fmla="*/ 4399681 h 4977304"/>
              <a:gd name="connsiteX193" fmla="*/ 118302 w 12198158"/>
              <a:gd name="connsiteY193" fmla="*/ 4343421 h 4977304"/>
              <a:gd name="connsiteX194" fmla="*/ 15516 w 12198158"/>
              <a:gd name="connsiteY194" fmla="*/ 4340320 h 4977304"/>
              <a:gd name="connsiteX195" fmla="*/ 2 w 12198158"/>
              <a:gd name="connsiteY195" fmla="*/ 4334381 h 4977304"/>
              <a:gd name="connsiteX196" fmla="*/ 0 w 12198158"/>
              <a:gd name="connsiteY196" fmla="*/ 0 h 4977304"/>
              <a:gd name="connsiteX0" fmla="*/ 0 w 12198158"/>
              <a:gd name="connsiteY0" fmla="*/ 0 h 5453385"/>
              <a:gd name="connsiteX1" fmla="*/ 12192000 w 12198158"/>
              <a:gd name="connsiteY1" fmla="*/ 476081 h 5453385"/>
              <a:gd name="connsiteX2" fmla="*/ 12198158 w 12198158"/>
              <a:gd name="connsiteY2" fmla="*/ 4140646 h 5453385"/>
              <a:gd name="connsiteX3" fmla="*/ 12132764 w 12198158"/>
              <a:gd name="connsiteY3" fmla="*/ 4224573 h 5453385"/>
              <a:gd name="connsiteX4" fmla="*/ 12053056 w 12198158"/>
              <a:gd name="connsiteY4" fmla="*/ 4225834 h 5453385"/>
              <a:gd name="connsiteX5" fmla="*/ 11938513 w 12198158"/>
              <a:gd name="connsiteY5" fmla="*/ 4230448 h 5453385"/>
              <a:gd name="connsiteX6" fmla="*/ 11853342 w 12198158"/>
              <a:gd name="connsiteY6" fmla="*/ 4258769 h 5453385"/>
              <a:gd name="connsiteX7" fmla="*/ 11704569 w 12198158"/>
              <a:gd name="connsiteY7" fmla="*/ 4315417 h 5453385"/>
              <a:gd name="connsiteX8" fmla="*/ 11577641 w 12198158"/>
              <a:gd name="connsiteY8" fmla="*/ 4362077 h 5453385"/>
              <a:gd name="connsiteX9" fmla="*/ 11508791 w 12198158"/>
              <a:gd name="connsiteY9" fmla="*/ 4445364 h 5453385"/>
              <a:gd name="connsiteX10" fmla="*/ 11388373 w 12198158"/>
              <a:gd name="connsiteY10" fmla="*/ 4503521 h 5453385"/>
              <a:gd name="connsiteX11" fmla="*/ 11276406 w 12198158"/>
              <a:gd name="connsiteY11" fmla="*/ 4532180 h 5453385"/>
              <a:gd name="connsiteX12" fmla="*/ 11190251 w 12198158"/>
              <a:gd name="connsiteY12" fmla="*/ 4549353 h 5453385"/>
              <a:gd name="connsiteX13" fmla="*/ 11139995 w 12198158"/>
              <a:gd name="connsiteY13" fmla="*/ 4557892 h 5453385"/>
              <a:gd name="connsiteX14" fmla="*/ 11040727 w 12198158"/>
              <a:gd name="connsiteY14" fmla="*/ 4557190 h 5453385"/>
              <a:gd name="connsiteX15" fmla="*/ 10969005 w 12198158"/>
              <a:gd name="connsiteY15" fmla="*/ 4567235 h 5453385"/>
              <a:gd name="connsiteX16" fmla="*/ 10899772 w 12198158"/>
              <a:gd name="connsiteY16" fmla="*/ 4598938 h 5453385"/>
              <a:gd name="connsiteX17" fmla="*/ 10838983 w 12198158"/>
              <a:gd name="connsiteY17" fmla="*/ 4631872 h 5453385"/>
              <a:gd name="connsiteX18" fmla="*/ 10769520 w 12198158"/>
              <a:gd name="connsiteY18" fmla="*/ 4674655 h 5453385"/>
              <a:gd name="connsiteX19" fmla="*/ 10570843 w 12198158"/>
              <a:gd name="connsiteY19" fmla="*/ 4731505 h 5453385"/>
              <a:gd name="connsiteX20" fmla="*/ 10512263 w 12198158"/>
              <a:gd name="connsiteY20" fmla="*/ 4767779 h 5453385"/>
              <a:gd name="connsiteX21" fmla="*/ 10439016 w 12198158"/>
              <a:gd name="connsiteY21" fmla="*/ 4770014 h 5453385"/>
              <a:gd name="connsiteX22" fmla="*/ 10376941 w 12198158"/>
              <a:gd name="connsiteY22" fmla="*/ 4774192 h 5453385"/>
              <a:gd name="connsiteX23" fmla="*/ 10329960 w 12198158"/>
              <a:gd name="connsiteY23" fmla="*/ 4774855 h 5453385"/>
              <a:gd name="connsiteX24" fmla="*/ 10254256 w 12198158"/>
              <a:gd name="connsiteY24" fmla="*/ 4785445 h 5453385"/>
              <a:gd name="connsiteX25" fmla="*/ 10119745 w 12198158"/>
              <a:gd name="connsiteY25" fmla="*/ 4797950 h 5453385"/>
              <a:gd name="connsiteX26" fmla="*/ 10075444 w 12198158"/>
              <a:gd name="connsiteY26" fmla="*/ 4800225 h 5453385"/>
              <a:gd name="connsiteX27" fmla="*/ 10032543 w 12198158"/>
              <a:gd name="connsiteY27" fmla="*/ 4798418 h 5453385"/>
              <a:gd name="connsiteX28" fmla="*/ 9953375 w 12198158"/>
              <a:gd name="connsiteY28" fmla="*/ 4815267 h 5453385"/>
              <a:gd name="connsiteX29" fmla="*/ 9841223 w 12198158"/>
              <a:gd name="connsiteY29" fmla="*/ 4822617 h 5453385"/>
              <a:gd name="connsiteX30" fmla="*/ 9721820 w 12198158"/>
              <a:gd name="connsiteY30" fmla="*/ 4844562 h 5453385"/>
              <a:gd name="connsiteX31" fmla="*/ 9578114 w 12198158"/>
              <a:gd name="connsiteY31" fmla="*/ 4856964 h 5453385"/>
              <a:gd name="connsiteX32" fmla="*/ 9336820 w 12198158"/>
              <a:gd name="connsiteY32" fmla="*/ 4906595 h 5453385"/>
              <a:gd name="connsiteX33" fmla="*/ 9272837 w 12198158"/>
              <a:gd name="connsiteY33" fmla="*/ 4967726 h 5453385"/>
              <a:gd name="connsiteX34" fmla="*/ 9188677 w 12198158"/>
              <a:gd name="connsiteY34" fmla="*/ 4973909 h 5453385"/>
              <a:gd name="connsiteX35" fmla="*/ 9183116 w 12198158"/>
              <a:gd name="connsiteY35" fmla="*/ 4983943 h 5453385"/>
              <a:gd name="connsiteX36" fmla="*/ 9145128 w 12198158"/>
              <a:gd name="connsiteY36" fmla="*/ 4996108 h 5453385"/>
              <a:gd name="connsiteX37" fmla="*/ 9144106 w 12198158"/>
              <a:gd name="connsiteY37" fmla="*/ 4994951 h 5453385"/>
              <a:gd name="connsiteX38" fmla="*/ 9131223 w 12198158"/>
              <a:gd name="connsiteY38" fmla="*/ 4992596 h 5453385"/>
              <a:gd name="connsiteX39" fmla="*/ 9107733 w 12198158"/>
              <a:gd name="connsiteY39" fmla="*/ 4991112 h 5453385"/>
              <a:gd name="connsiteX40" fmla="*/ 9047414 w 12198158"/>
              <a:gd name="connsiteY40" fmla="*/ 4982084 h 5453385"/>
              <a:gd name="connsiteX41" fmla="*/ 8999479 w 12198158"/>
              <a:gd name="connsiteY41" fmla="*/ 4985651 h 5453385"/>
              <a:gd name="connsiteX42" fmla="*/ 8999194 w 12198158"/>
              <a:gd name="connsiteY42" fmla="*/ 4985390 h 5453385"/>
              <a:gd name="connsiteX43" fmla="*/ 8990231 w 12198158"/>
              <a:gd name="connsiteY43" fmla="*/ 4986706 h 5453385"/>
              <a:gd name="connsiteX44" fmla="*/ 8984397 w 12198158"/>
              <a:gd name="connsiteY44" fmla="*/ 4988944 h 5453385"/>
              <a:gd name="connsiteX45" fmla="*/ 8968351 w 12198158"/>
              <a:gd name="connsiteY45" fmla="*/ 4992447 h 5453385"/>
              <a:gd name="connsiteX46" fmla="*/ 8962029 w 12198158"/>
              <a:gd name="connsiteY46" fmla="*/ 4991687 h 5453385"/>
              <a:gd name="connsiteX47" fmla="*/ 8957069 w 12198158"/>
              <a:gd name="connsiteY47" fmla="*/ 4989271 h 5453385"/>
              <a:gd name="connsiteX48" fmla="*/ 8889695 w 12198158"/>
              <a:gd name="connsiteY48" fmla="*/ 5009620 h 5453385"/>
              <a:gd name="connsiteX49" fmla="*/ 8746606 w 12198158"/>
              <a:gd name="connsiteY49" fmla="*/ 5006694 h 5453385"/>
              <a:gd name="connsiteX50" fmla="*/ 8702038 w 12198158"/>
              <a:gd name="connsiteY50" fmla="*/ 5008976 h 5453385"/>
              <a:gd name="connsiteX51" fmla="*/ 8590337 w 12198158"/>
              <a:gd name="connsiteY51" fmla="*/ 5018285 h 5453385"/>
              <a:gd name="connsiteX52" fmla="*/ 8519543 w 12198158"/>
              <a:gd name="connsiteY52" fmla="*/ 5002167 h 5453385"/>
              <a:gd name="connsiteX53" fmla="*/ 8505306 w 12198158"/>
              <a:gd name="connsiteY53" fmla="*/ 5008590 h 5453385"/>
              <a:gd name="connsiteX54" fmla="*/ 8500493 w 12198158"/>
              <a:gd name="connsiteY54" fmla="*/ 5011849 h 5453385"/>
              <a:gd name="connsiteX55" fmla="*/ 8492299 w 12198158"/>
              <a:gd name="connsiteY55" fmla="*/ 5014823 h 5453385"/>
              <a:gd name="connsiteX56" fmla="*/ 8491926 w 12198158"/>
              <a:gd name="connsiteY56" fmla="*/ 5014628 h 5453385"/>
              <a:gd name="connsiteX57" fmla="*/ 8484586 w 12198158"/>
              <a:gd name="connsiteY57" fmla="*/ 5017941 h 5453385"/>
              <a:gd name="connsiteX58" fmla="*/ 8361601 w 12198158"/>
              <a:gd name="connsiteY58" fmla="*/ 5033190 h 5453385"/>
              <a:gd name="connsiteX59" fmla="*/ 8348227 w 12198158"/>
              <a:gd name="connsiteY59" fmla="*/ 5033401 h 5453385"/>
              <a:gd name="connsiteX60" fmla="*/ 8346801 w 12198158"/>
              <a:gd name="connsiteY60" fmla="*/ 5032489 h 5453385"/>
              <a:gd name="connsiteX61" fmla="*/ 8308886 w 12198158"/>
              <a:gd name="connsiteY61" fmla="*/ 5051758 h 5453385"/>
              <a:gd name="connsiteX62" fmla="*/ 8289640 w 12198158"/>
              <a:gd name="connsiteY62" fmla="*/ 5066848 h 5453385"/>
              <a:gd name="connsiteX63" fmla="*/ 8278750 w 12198158"/>
              <a:gd name="connsiteY63" fmla="*/ 5073172 h 5453385"/>
              <a:gd name="connsiteX64" fmla="*/ 8277624 w 12198158"/>
              <a:gd name="connsiteY64" fmla="*/ 5077997 h 5453385"/>
              <a:gd name="connsiteX65" fmla="*/ 8260561 w 12198158"/>
              <a:gd name="connsiteY65" fmla="*/ 5085789 h 5453385"/>
              <a:gd name="connsiteX66" fmla="*/ 8257864 w 12198158"/>
              <a:gd name="connsiteY66" fmla="*/ 5085539 h 5453385"/>
              <a:gd name="connsiteX67" fmla="*/ 8246529 w 12198158"/>
              <a:gd name="connsiteY67" fmla="*/ 5096229 h 5453385"/>
              <a:gd name="connsiteX68" fmla="*/ 8240334 w 12198158"/>
              <a:gd name="connsiteY68" fmla="*/ 5110338 h 5453385"/>
              <a:gd name="connsiteX69" fmla="*/ 8084875 w 12198158"/>
              <a:gd name="connsiteY69" fmla="*/ 5160468 h 5453385"/>
              <a:gd name="connsiteX70" fmla="*/ 7900134 w 12198158"/>
              <a:gd name="connsiteY70" fmla="*/ 5206050 h 5453385"/>
              <a:gd name="connsiteX71" fmla="*/ 7713595 w 12198158"/>
              <a:gd name="connsiteY71" fmla="*/ 5233976 h 5453385"/>
              <a:gd name="connsiteX72" fmla="*/ 7609267 w 12198158"/>
              <a:gd name="connsiteY72" fmla="*/ 5230207 h 5453385"/>
              <a:gd name="connsiteX73" fmla="*/ 7522521 w 12198158"/>
              <a:gd name="connsiteY73" fmla="*/ 5236536 h 5453385"/>
              <a:gd name="connsiteX74" fmla="*/ 7514554 w 12198158"/>
              <a:gd name="connsiteY74" fmla="*/ 5239309 h 5453385"/>
              <a:gd name="connsiteX75" fmla="*/ 7502403 w 12198158"/>
              <a:gd name="connsiteY75" fmla="*/ 5240758 h 5453385"/>
              <a:gd name="connsiteX76" fmla="*/ 7502032 w 12198158"/>
              <a:gd name="connsiteY76" fmla="*/ 5240403 h 5453385"/>
              <a:gd name="connsiteX77" fmla="*/ 7490794 w 12198158"/>
              <a:gd name="connsiteY77" fmla="*/ 5242523 h 5453385"/>
              <a:gd name="connsiteX78" fmla="*/ 7400450 w 12198158"/>
              <a:gd name="connsiteY78" fmla="*/ 5233721 h 5453385"/>
              <a:gd name="connsiteX79" fmla="*/ 7307302 w 12198158"/>
              <a:gd name="connsiteY79" fmla="*/ 5223301 h 5453385"/>
              <a:gd name="connsiteX80" fmla="*/ 7305976 w 12198158"/>
              <a:gd name="connsiteY80" fmla="*/ 5221735 h 5453385"/>
              <a:gd name="connsiteX81" fmla="*/ 7213744 w 12198158"/>
              <a:gd name="connsiteY81" fmla="*/ 5249155 h 5453385"/>
              <a:gd name="connsiteX82" fmla="*/ 7196298 w 12198158"/>
              <a:gd name="connsiteY82" fmla="*/ 5254097 h 5453385"/>
              <a:gd name="connsiteX83" fmla="*/ 7192202 w 12198158"/>
              <a:gd name="connsiteY83" fmla="*/ 5259915 h 5453385"/>
              <a:gd name="connsiteX84" fmla="*/ 7166024 w 12198158"/>
              <a:gd name="connsiteY84" fmla="*/ 5264963 h 5453385"/>
              <a:gd name="connsiteX85" fmla="*/ 7092253 w 12198158"/>
              <a:gd name="connsiteY85" fmla="*/ 5278242 h 5453385"/>
              <a:gd name="connsiteX86" fmla="*/ 7013814 w 12198158"/>
              <a:gd name="connsiteY86" fmla="*/ 5277836 h 5453385"/>
              <a:gd name="connsiteX87" fmla="*/ 6899540 w 12198158"/>
              <a:gd name="connsiteY87" fmla="*/ 5309879 h 5453385"/>
              <a:gd name="connsiteX88" fmla="*/ 6703746 w 12198158"/>
              <a:gd name="connsiteY88" fmla="*/ 5340238 h 5453385"/>
              <a:gd name="connsiteX89" fmla="*/ 6545085 w 12198158"/>
              <a:gd name="connsiteY89" fmla="*/ 5371489 h 5453385"/>
              <a:gd name="connsiteX90" fmla="*/ 6313345 w 12198158"/>
              <a:gd name="connsiteY90" fmla="*/ 5422313 h 5453385"/>
              <a:gd name="connsiteX91" fmla="*/ 6164558 w 12198158"/>
              <a:gd name="connsiteY91" fmla="*/ 5424579 h 5453385"/>
              <a:gd name="connsiteX92" fmla="*/ 6069796 w 12198158"/>
              <a:gd name="connsiteY92" fmla="*/ 5446801 h 5453385"/>
              <a:gd name="connsiteX93" fmla="*/ 6064481 w 12198158"/>
              <a:gd name="connsiteY93" fmla="*/ 5445132 h 5453385"/>
              <a:gd name="connsiteX94" fmla="*/ 6044602 w 12198158"/>
              <a:gd name="connsiteY94" fmla="*/ 5445873 h 5453385"/>
              <a:gd name="connsiteX95" fmla="*/ 6037252 w 12198158"/>
              <a:gd name="connsiteY95" fmla="*/ 5436807 h 5453385"/>
              <a:gd name="connsiteX96" fmla="*/ 6006081 w 12198158"/>
              <a:gd name="connsiteY96" fmla="*/ 5431276 h 5453385"/>
              <a:gd name="connsiteX97" fmla="*/ 5920065 w 12198158"/>
              <a:gd name="connsiteY97" fmla="*/ 5420947 h 5453385"/>
              <a:gd name="connsiteX98" fmla="*/ 5755077 w 12198158"/>
              <a:gd name="connsiteY98" fmla="*/ 5452274 h 5453385"/>
              <a:gd name="connsiteX99" fmla="*/ 5623207 w 12198158"/>
              <a:gd name="connsiteY99" fmla="*/ 5453385 h 5453385"/>
              <a:gd name="connsiteX100" fmla="*/ 5467256 w 12198158"/>
              <a:gd name="connsiteY100" fmla="*/ 5438160 h 5453385"/>
              <a:gd name="connsiteX101" fmla="*/ 5429137 w 12198158"/>
              <a:gd name="connsiteY101" fmla="*/ 5425939 h 5453385"/>
              <a:gd name="connsiteX102" fmla="*/ 5378078 w 12198158"/>
              <a:gd name="connsiteY102" fmla="*/ 5406715 h 5453385"/>
              <a:gd name="connsiteX103" fmla="*/ 5258253 w 12198158"/>
              <a:gd name="connsiteY103" fmla="*/ 5384542 h 5453385"/>
              <a:gd name="connsiteX104" fmla="*/ 5219477 w 12198158"/>
              <a:gd name="connsiteY104" fmla="*/ 5372462 h 5453385"/>
              <a:gd name="connsiteX105" fmla="*/ 5171208 w 12198158"/>
              <a:gd name="connsiteY105" fmla="*/ 5369215 h 5453385"/>
              <a:gd name="connsiteX106" fmla="*/ 5153115 w 12198158"/>
              <a:gd name="connsiteY106" fmla="*/ 5361371 h 5453385"/>
              <a:gd name="connsiteX107" fmla="*/ 5139168 w 12198158"/>
              <a:gd name="connsiteY107" fmla="*/ 5357678 h 5453385"/>
              <a:gd name="connsiteX108" fmla="*/ 5136167 w 12198158"/>
              <a:gd name="connsiteY108" fmla="*/ 5355396 h 5453385"/>
              <a:gd name="connsiteX109" fmla="*/ 5118243 w 12198158"/>
              <a:gd name="connsiteY109" fmla="*/ 5343610 h 5453385"/>
              <a:gd name="connsiteX110" fmla="*/ 5062411 w 12198158"/>
              <a:gd name="connsiteY110" fmla="*/ 5350746 h 5453385"/>
              <a:gd name="connsiteX111" fmla="*/ 5008170 w 12198158"/>
              <a:gd name="connsiteY111" fmla="*/ 5332957 h 5453385"/>
              <a:gd name="connsiteX112" fmla="*/ 4837210 w 12198158"/>
              <a:gd name="connsiteY112" fmla="*/ 5306875 h 5453385"/>
              <a:gd name="connsiteX113" fmla="*/ 4759270 w 12198158"/>
              <a:gd name="connsiteY113" fmla="*/ 5276719 h 5453385"/>
              <a:gd name="connsiteX114" fmla="*/ 4720035 w 12198158"/>
              <a:gd name="connsiteY114" fmla="*/ 5266929 h 5453385"/>
              <a:gd name="connsiteX115" fmla="*/ 4718027 w 12198158"/>
              <a:gd name="connsiteY115" fmla="*/ 5266116 h 5453385"/>
              <a:gd name="connsiteX116" fmla="*/ 4718961 w 12198158"/>
              <a:gd name="connsiteY116" fmla="*/ 5265887 h 5453385"/>
              <a:gd name="connsiteX117" fmla="*/ 4714055 w 12198158"/>
              <a:gd name="connsiteY117" fmla="*/ 5264507 h 5453385"/>
              <a:gd name="connsiteX118" fmla="*/ 4718027 w 12198158"/>
              <a:gd name="connsiteY118" fmla="*/ 5266116 h 5453385"/>
              <a:gd name="connsiteX119" fmla="*/ 4712381 w 12198158"/>
              <a:gd name="connsiteY119" fmla="*/ 5267501 h 5453385"/>
              <a:gd name="connsiteX120" fmla="*/ 4512801 w 12198158"/>
              <a:gd name="connsiteY120" fmla="*/ 5256747 h 5453385"/>
              <a:gd name="connsiteX121" fmla="*/ 4425588 w 12198158"/>
              <a:gd name="connsiteY121" fmla="*/ 5245181 h 5453385"/>
              <a:gd name="connsiteX122" fmla="*/ 4314086 w 12198158"/>
              <a:gd name="connsiteY122" fmla="*/ 5250903 h 5453385"/>
              <a:gd name="connsiteX123" fmla="*/ 4312230 w 12198158"/>
              <a:gd name="connsiteY123" fmla="*/ 5249446 h 5453385"/>
              <a:gd name="connsiteX124" fmla="*/ 4292278 w 12198158"/>
              <a:gd name="connsiteY124" fmla="*/ 5247406 h 5453385"/>
              <a:gd name="connsiteX125" fmla="*/ 4287201 w 12198158"/>
              <a:gd name="connsiteY125" fmla="*/ 5250574 h 5453385"/>
              <a:gd name="connsiteX126" fmla="*/ 4273289 w 12198158"/>
              <a:gd name="connsiteY126" fmla="*/ 5250306 h 5453385"/>
              <a:gd name="connsiteX127" fmla="*/ 4245283 w 12198158"/>
              <a:gd name="connsiteY127" fmla="*/ 5252830 h 5453385"/>
              <a:gd name="connsiteX128" fmla="*/ 4199245 w 12198158"/>
              <a:gd name="connsiteY128" fmla="*/ 5249795 h 5453385"/>
              <a:gd name="connsiteX129" fmla="*/ 4198941 w 12198158"/>
              <a:gd name="connsiteY129" fmla="*/ 5248428 h 5453385"/>
              <a:gd name="connsiteX130" fmla="*/ 4188453 w 12198158"/>
              <a:gd name="connsiteY130" fmla="*/ 5242309 h 5453385"/>
              <a:gd name="connsiteX131" fmla="*/ 4139982 w 12198158"/>
              <a:gd name="connsiteY131" fmla="*/ 5225080 h 5453385"/>
              <a:gd name="connsiteX132" fmla="*/ 4080374 w 12198158"/>
              <a:gd name="connsiteY132" fmla="*/ 5196265 h 5453385"/>
              <a:gd name="connsiteX133" fmla="*/ 4071828 w 12198158"/>
              <a:gd name="connsiteY133" fmla="*/ 5195359 h 5453385"/>
              <a:gd name="connsiteX134" fmla="*/ 4071710 w 12198158"/>
              <a:gd name="connsiteY134" fmla="*/ 5195034 h 5453385"/>
              <a:gd name="connsiteX135" fmla="*/ 4056247 w 12198158"/>
              <a:gd name="connsiteY135" fmla="*/ 5193703 h 5453385"/>
              <a:gd name="connsiteX136" fmla="*/ 4039668 w 12198158"/>
              <a:gd name="connsiteY136" fmla="*/ 5191942 h 5453385"/>
              <a:gd name="connsiteX137" fmla="*/ 4034303 w 12198158"/>
              <a:gd name="connsiteY137" fmla="*/ 5189299 h 5453385"/>
              <a:gd name="connsiteX138" fmla="*/ 4032672 w 12198158"/>
              <a:gd name="connsiteY138" fmla="*/ 5185317 h 5453385"/>
              <a:gd name="connsiteX139" fmla="*/ 4031088 w 12198158"/>
              <a:gd name="connsiteY139" fmla="*/ 5185572 h 5453385"/>
              <a:gd name="connsiteX140" fmla="*/ 4001867 w 12198158"/>
              <a:gd name="connsiteY140" fmla="*/ 5171923 h 5453385"/>
              <a:gd name="connsiteX141" fmla="*/ 3934220 w 12198158"/>
              <a:gd name="connsiteY141" fmla="*/ 5152965 h 5453385"/>
              <a:gd name="connsiteX142" fmla="*/ 3894676 w 12198158"/>
              <a:gd name="connsiteY142" fmla="*/ 5146824 h 5453385"/>
              <a:gd name="connsiteX143" fmla="*/ 3787232 w 12198158"/>
              <a:gd name="connsiteY143" fmla="*/ 5124845 h 5453385"/>
              <a:gd name="connsiteX144" fmla="*/ 3680057 w 12198158"/>
              <a:gd name="connsiteY144" fmla="*/ 5098865 h 5453385"/>
              <a:gd name="connsiteX145" fmla="*/ 3607627 w 12198158"/>
              <a:gd name="connsiteY145" fmla="*/ 5063819 h 5453385"/>
              <a:gd name="connsiteX146" fmla="*/ 3601451 w 12198158"/>
              <a:gd name="connsiteY146" fmla="*/ 5065299 h 5453385"/>
              <a:gd name="connsiteX147" fmla="*/ 3592338 w 12198158"/>
              <a:gd name="connsiteY147" fmla="*/ 5065477 h 5453385"/>
              <a:gd name="connsiteX148" fmla="*/ 3592104 w 12198158"/>
              <a:gd name="connsiteY148" fmla="*/ 5065184 h 5453385"/>
              <a:gd name="connsiteX149" fmla="*/ 3583586 w 12198158"/>
              <a:gd name="connsiteY149" fmla="*/ 5065934 h 5453385"/>
              <a:gd name="connsiteX150" fmla="*/ 3533777 w 12198158"/>
              <a:gd name="connsiteY150" fmla="*/ 5055401 h 5453385"/>
              <a:gd name="connsiteX151" fmla="*/ 3470906 w 12198158"/>
              <a:gd name="connsiteY151" fmla="*/ 5051425 h 5453385"/>
              <a:gd name="connsiteX152" fmla="*/ 3398460 w 12198158"/>
              <a:gd name="connsiteY152" fmla="*/ 5038341 h 5453385"/>
              <a:gd name="connsiteX153" fmla="*/ 3361644 w 12198158"/>
              <a:gd name="connsiteY153" fmla="*/ 5056751 h 5453385"/>
              <a:gd name="connsiteX154" fmla="*/ 3341795 w 12198158"/>
              <a:gd name="connsiteY154" fmla="*/ 5058577 h 5453385"/>
              <a:gd name="connsiteX155" fmla="*/ 3339469 w 12198158"/>
              <a:gd name="connsiteY155" fmla="*/ 5057519 h 5453385"/>
              <a:gd name="connsiteX156" fmla="*/ 3260180 w 12198158"/>
              <a:gd name="connsiteY156" fmla="*/ 5063901 h 5453385"/>
              <a:gd name="connsiteX157" fmla="*/ 3140460 w 12198158"/>
              <a:gd name="connsiteY157" fmla="*/ 5072344 h 5453385"/>
              <a:gd name="connsiteX158" fmla="*/ 3028270 w 12198158"/>
              <a:gd name="connsiteY158" fmla="*/ 5075215 h 5453385"/>
              <a:gd name="connsiteX159" fmla="*/ 2779714 w 12198158"/>
              <a:gd name="connsiteY159" fmla="*/ 5098912 h 5453385"/>
              <a:gd name="connsiteX160" fmla="*/ 2649525 w 12198158"/>
              <a:gd name="connsiteY160" fmla="*/ 5134167 h 5453385"/>
              <a:gd name="connsiteX161" fmla="*/ 2566315 w 12198158"/>
              <a:gd name="connsiteY161" fmla="*/ 5081857 h 5453385"/>
              <a:gd name="connsiteX162" fmla="*/ 2441626 w 12198158"/>
              <a:gd name="connsiteY162" fmla="*/ 5096953 h 5453385"/>
              <a:gd name="connsiteX163" fmla="*/ 2313568 w 12198158"/>
              <a:gd name="connsiteY163" fmla="*/ 5106148 h 5453385"/>
              <a:gd name="connsiteX164" fmla="*/ 2207105 w 12198158"/>
              <a:gd name="connsiteY164" fmla="*/ 5100465 h 5453385"/>
              <a:gd name="connsiteX165" fmla="*/ 2093268 w 12198158"/>
              <a:gd name="connsiteY165" fmla="*/ 5082317 h 5453385"/>
              <a:gd name="connsiteX166" fmla="*/ 1996024 w 12198158"/>
              <a:gd name="connsiteY166" fmla="*/ 5073607 h 5453385"/>
              <a:gd name="connsiteX167" fmla="*/ 1926886 w 12198158"/>
              <a:gd name="connsiteY167" fmla="*/ 5097439 h 5453385"/>
              <a:gd name="connsiteX168" fmla="*/ 1920368 w 12198158"/>
              <a:gd name="connsiteY168" fmla="*/ 5092193 h 5453385"/>
              <a:gd name="connsiteX169" fmla="*/ 1871831 w 12198158"/>
              <a:gd name="connsiteY169" fmla="*/ 5093925 h 5453385"/>
              <a:gd name="connsiteX170" fmla="*/ 1785463 w 12198158"/>
              <a:gd name="connsiteY170" fmla="*/ 5123922 h 5453385"/>
              <a:gd name="connsiteX171" fmla="*/ 1737045 w 12198158"/>
              <a:gd name="connsiteY171" fmla="*/ 5118437 h 5453385"/>
              <a:gd name="connsiteX172" fmla="*/ 1673954 w 12198158"/>
              <a:gd name="connsiteY172" fmla="*/ 5100682 h 5453385"/>
              <a:gd name="connsiteX173" fmla="*/ 1602834 w 12198158"/>
              <a:gd name="connsiteY173" fmla="*/ 5117005 h 5453385"/>
              <a:gd name="connsiteX174" fmla="*/ 1490351 w 12198158"/>
              <a:gd name="connsiteY174" fmla="*/ 5089213 h 5453385"/>
              <a:gd name="connsiteX175" fmla="*/ 1149212 w 12198158"/>
              <a:gd name="connsiteY175" fmla="*/ 5040291 h 5453385"/>
              <a:gd name="connsiteX176" fmla="*/ 938574 w 12198158"/>
              <a:gd name="connsiteY176" fmla="*/ 5042902 h 5453385"/>
              <a:gd name="connsiteX177" fmla="*/ 857697 w 12198158"/>
              <a:gd name="connsiteY177" fmla="*/ 5001472 h 5453385"/>
              <a:gd name="connsiteX178" fmla="*/ 836981 w 12198158"/>
              <a:gd name="connsiteY178" fmla="*/ 5002789 h 5453385"/>
              <a:gd name="connsiteX179" fmla="*/ 816264 w 12198158"/>
              <a:gd name="connsiteY179" fmla="*/ 5000656 h 5453385"/>
              <a:gd name="connsiteX180" fmla="*/ 810965 w 12198158"/>
              <a:gd name="connsiteY180" fmla="*/ 5003799 h 5453385"/>
              <a:gd name="connsiteX181" fmla="*/ 796509 w 12198158"/>
              <a:gd name="connsiteY181" fmla="*/ 5003468 h 5453385"/>
              <a:gd name="connsiteX182" fmla="*/ 767389 w 12198158"/>
              <a:gd name="connsiteY182" fmla="*/ 5005865 h 5453385"/>
              <a:gd name="connsiteX183" fmla="*/ 762544 w 12198158"/>
              <a:gd name="connsiteY183" fmla="*/ 5003453 h 5453385"/>
              <a:gd name="connsiteX184" fmla="*/ 719567 w 12198158"/>
              <a:gd name="connsiteY184" fmla="*/ 5002615 h 5453385"/>
              <a:gd name="connsiteX185" fmla="*/ 719262 w 12198158"/>
              <a:gd name="connsiteY185" fmla="*/ 5001245 h 5453385"/>
              <a:gd name="connsiteX186" fmla="*/ 708402 w 12198158"/>
              <a:gd name="connsiteY186" fmla="*/ 4995080 h 5453385"/>
              <a:gd name="connsiteX187" fmla="*/ 596394 w 12198158"/>
              <a:gd name="connsiteY187" fmla="*/ 4948536 h 5453385"/>
              <a:gd name="connsiteX188" fmla="*/ 578149 w 12198158"/>
              <a:gd name="connsiteY188" fmla="*/ 4945656 h 5453385"/>
              <a:gd name="connsiteX189" fmla="*/ 571336 w 12198158"/>
              <a:gd name="connsiteY189" fmla="*/ 4945862 h 5453385"/>
              <a:gd name="connsiteX190" fmla="*/ 444802 w 12198158"/>
              <a:gd name="connsiteY190" fmla="*/ 4904561 h 5453385"/>
              <a:gd name="connsiteX191" fmla="*/ 403746 w 12198158"/>
              <a:gd name="connsiteY191" fmla="*/ 4898238 h 5453385"/>
              <a:gd name="connsiteX192" fmla="*/ 292240 w 12198158"/>
              <a:gd name="connsiteY192" fmla="*/ 4875762 h 5453385"/>
              <a:gd name="connsiteX193" fmla="*/ 118302 w 12198158"/>
              <a:gd name="connsiteY193" fmla="*/ 4819502 h 5453385"/>
              <a:gd name="connsiteX194" fmla="*/ 15516 w 12198158"/>
              <a:gd name="connsiteY194" fmla="*/ 4816401 h 5453385"/>
              <a:gd name="connsiteX195" fmla="*/ 2 w 12198158"/>
              <a:gd name="connsiteY195" fmla="*/ 4810462 h 5453385"/>
              <a:gd name="connsiteX196" fmla="*/ 0 w 12198158"/>
              <a:gd name="connsiteY196" fmla="*/ 0 h 5453385"/>
              <a:gd name="connsiteX0" fmla="*/ 0 w 12198158"/>
              <a:gd name="connsiteY0" fmla="*/ 0 h 5453385"/>
              <a:gd name="connsiteX1" fmla="*/ 12192000 w 12198158"/>
              <a:gd name="connsiteY1" fmla="*/ 20258 h 5453385"/>
              <a:gd name="connsiteX2" fmla="*/ 12198158 w 12198158"/>
              <a:gd name="connsiteY2" fmla="*/ 4140646 h 5453385"/>
              <a:gd name="connsiteX3" fmla="*/ 12132764 w 12198158"/>
              <a:gd name="connsiteY3" fmla="*/ 4224573 h 5453385"/>
              <a:gd name="connsiteX4" fmla="*/ 12053056 w 12198158"/>
              <a:gd name="connsiteY4" fmla="*/ 4225834 h 5453385"/>
              <a:gd name="connsiteX5" fmla="*/ 11938513 w 12198158"/>
              <a:gd name="connsiteY5" fmla="*/ 4230448 h 5453385"/>
              <a:gd name="connsiteX6" fmla="*/ 11853342 w 12198158"/>
              <a:gd name="connsiteY6" fmla="*/ 4258769 h 5453385"/>
              <a:gd name="connsiteX7" fmla="*/ 11704569 w 12198158"/>
              <a:gd name="connsiteY7" fmla="*/ 4315417 h 5453385"/>
              <a:gd name="connsiteX8" fmla="*/ 11577641 w 12198158"/>
              <a:gd name="connsiteY8" fmla="*/ 4362077 h 5453385"/>
              <a:gd name="connsiteX9" fmla="*/ 11508791 w 12198158"/>
              <a:gd name="connsiteY9" fmla="*/ 4445364 h 5453385"/>
              <a:gd name="connsiteX10" fmla="*/ 11388373 w 12198158"/>
              <a:gd name="connsiteY10" fmla="*/ 4503521 h 5453385"/>
              <a:gd name="connsiteX11" fmla="*/ 11276406 w 12198158"/>
              <a:gd name="connsiteY11" fmla="*/ 4532180 h 5453385"/>
              <a:gd name="connsiteX12" fmla="*/ 11190251 w 12198158"/>
              <a:gd name="connsiteY12" fmla="*/ 4549353 h 5453385"/>
              <a:gd name="connsiteX13" fmla="*/ 11139995 w 12198158"/>
              <a:gd name="connsiteY13" fmla="*/ 4557892 h 5453385"/>
              <a:gd name="connsiteX14" fmla="*/ 11040727 w 12198158"/>
              <a:gd name="connsiteY14" fmla="*/ 4557190 h 5453385"/>
              <a:gd name="connsiteX15" fmla="*/ 10969005 w 12198158"/>
              <a:gd name="connsiteY15" fmla="*/ 4567235 h 5453385"/>
              <a:gd name="connsiteX16" fmla="*/ 10899772 w 12198158"/>
              <a:gd name="connsiteY16" fmla="*/ 4598938 h 5453385"/>
              <a:gd name="connsiteX17" fmla="*/ 10838983 w 12198158"/>
              <a:gd name="connsiteY17" fmla="*/ 4631872 h 5453385"/>
              <a:gd name="connsiteX18" fmla="*/ 10769520 w 12198158"/>
              <a:gd name="connsiteY18" fmla="*/ 4674655 h 5453385"/>
              <a:gd name="connsiteX19" fmla="*/ 10570843 w 12198158"/>
              <a:gd name="connsiteY19" fmla="*/ 4731505 h 5453385"/>
              <a:gd name="connsiteX20" fmla="*/ 10512263 w 12198158"/>
              <a:gd name="connsiteY20" fmla="*/ 4767779 h 5453385"/>
              <a:gd name="connsiteX21" fmla="*/ 10439016 w 12198158"/>
              <a:gd name="connsiteY21" fmla="*/ 4770014 h 5453385"/>
              <a:gd name="connsiteX22" fmla="*/ 10376941 w 12198158"/>
              <a:gd name="connsiteY22" fmla="*/ 4774192 h 5453385"/>
              <a:gd name="connsiteX23" fmla="*/ 10329960 w 12198158"/>
              <a:gd name="connsiteY23" fmla="*/ 4774855 h 5453385"/>
              <a:gd name="connsiteX24" fmla="*/ 10254256 w 12198158"/>
              <a:gd name="connsiteY24" fmla="*/ 4785445 h 5453385"/>
              <a:gd name="connsiteX25" fmla="*/ 10119745 w 12198158"/>
              <a:gd name="connsiteY25" fmla="*/ 4797950 h 5453385"/>
              <a:gd name="connsiteX26" fmla="*/ 10075444 w 12198158"/>
              <a:gd name="connsiteY26" fmla="*/ 4800225 h 5453385"/>
              <a:gd name="connsiteX27" fmla="*/ 10032543 w 12198158"/>
              <a:gd name="connsiteY27" fmla="*/ 4798418 h 5453385"/>
              <a:gd name="connsiteX28" fmla="*/ 9953375 w 12198158"/>
              <a:gd name="connsiteY28" fmla="*/ 4815267 h 5453385"/>
              <a:gd name="connsiteX29" fmla="*/ 9841223 w 12198158"/>
              <a:gd name="connsiteY29" fmla="*/ 4822617 h 5453385"/>
              <a:gd name="connsiteX30" fmla="*/ 9721820 w 12198158"/>
              <a:gd name="connsiteY30" fmla="*/ 4844562 h 5453385"/>
              <a:gd name="connsiteX31" fmla="*/ 9578114 w 12198158"/>
              <a:gd name="connsiteY31" fmla="*/ 4856964 h 5453385"/>
              <a:gd name="connsiteX32" fmla="*/ 9336820 w 12198158"/>
              <a:gd name="connsiteY32" fmla="*/ 4906595 h 5453385"/>
              <a:gd name="connsiteX33" fmla="*/ 9272837 w 12198158"/>
              <a:gd name="connsiteY33" fmla="*/ 4967726 h 5453385"/>
              <a:gd name="connsiteX34" fmla="*/ 9188677 w 12198158"/>
              <a:gd name="connsiteY34" fmla="*/ 4973909 h 5453385"/>
              <a:gd name="connsiteX35" fmla="*/ 9183116 w 12198158"/>
              <a:gd name="connsiteY35" fmla="*/ 4983943 h 5453385"/>
              <a:gd name="connsiteX36" fmla="*/ 9145128 w 12198158"/>
              <a:gd name="connsiteY36" fmla="*/ 4996108 h 5453385"/>
              <a:gd name="connsiteX37" fmla="*/ 9144106 w 12198158"/>
              <a:gd name="connsiteY37" fmla="*/ 4994951 h 5453385"/>
              <a:gd name="connsiteX38" fmla="*/ 9131223 w 12198158"/>
              <a:gd name="connsiteY38" fmla="*/ 4992596 h 5453385"/>
              <a:gd name="connsiteX39" fmla="*/ 9107733 w 12198158"/>
              <a:gd name="connsiteY39" fmla="*/ 4991112 h 5453385"/>
              <a:gd name="connsiteX40" fmla="*/ 9047414 w 12198158"/>
              <a:gd name="connsiteY40" fmla="*/ 4982084 h 5453385"/>
              <a:gd name="connsiteX41" fmla="*/ 8999479 w 12198158"/>
              <a:gd name="connsiteY41" fmla="*/ 4985651 h 5453385"/>
              <a:gd name="connsiteX42" fmla="*/ 8999194 w 12198158"/>
              <a:gd name="connsiteY42" fmla="*/ 4985390 h 5453385"/>
              <a:gd name="connsiteX43" fmla="*/ 8990231 w 12198158"/>
              <a:gd name="connsiteY43" fmla="*/ 4986706 h 5453385"/>
              <a:gd name="connsiteX44" fmla="*/ 8984397 w 12198158"/>
              <a:gd name="connsiteY44" fmla="*/ 4988944 h 5453385"/>
              <a:gd name="connsiteX45" fmla="*/ 8968351 w 12198158"/>
              <a:gd name="connsiteY45" fmla="*/ 4992447 h 5453385"/>
              <a:gd name="connsiteX46" fmla="*/ 8962029 w 12198158"/>
              <a:gd name="connsiteY46" fmla="*/ 4991687 h 5453385"/>
              <a:gd name="connsiteX47" fmla="*/ 8957069 w 12198158"/>
              <a:gd name="connsiteY47" fmla="*/ 4989271 h 5453385"/>
              <a:gd name="connsiteX48" fmla="*/ 8889695 w 12198158"/>
              <a:gd name="connsiteY48" fmla="*/ 5009620 h 5453385"/>
              <a:gd name="connsiteX49" fmla="*/ 8746606 w 12198158"/>
              <a:gd name="connsiteY49" fmla="*/ 5006694 h 5453385"/>
              <a:gd name="connsiteX50" fmla="*/ 8702038 w 12198158"/>
              <a:gd name="connsiteY50" fmla="*/ 5008976 h 5453385"/>
              <a:gd name="connsiteX51" fmla="*/ 8590337 w 12198158"/>
              <a:gd name="connsiteY51" fmla="*/ 5018285 h 5453385"/>
              <a:gd name="connsiteX52" fmla="*/ 8519543 w 12198158"/>
              <a:gd name="connsiteY52" fmla="*/ 5002167 h 5453385"/>
              <a:gd name="connsiteX53" fmla="*/ 8505306 w 12198158"/>
              <a:gd name="connsiteY53" fmla="*/ 5008590 h 5453385"/>
              <a:gd name="connsiteX54" fmla="*/ 8500493 w 12198158"/>
              <a:gd name="connsiteY54" fmla="*/ 5011849 h 5453385"/>
              <a:gd name="connsiteX55" fmla="*/ 8492299 w 12198158"/>
              <a:gd name="connsiteY55" fmla="*/ 5014823 h 5453385"/>
              <a:gd name="connsiteX56" fmla="*/ 8491926 w 12198158"/>
              <a:gd name="connsiteY56" fmla="*/ 5014628 h 5453385"/>
              <a:gd name="connsiteX57" fmla="*/ 8484586 w 12198158"/>
              <a:gd name="connsiteY57" fmla="*/ 5017941 h 5453385"/>
              <a:gd name="connsiteX58" fmla="*/ 8361601 w 12198158"/>
              <a:gd name="connsiteY58" fmla="*/ 5033190 h 5453385"/>
              <a:gd name="connsiteX59" fmla="*/ 8348227 w 12198158"/>
              <a:gd name="connsiteY59" fmla="*/ 5033401 h 5453385"/>
              <a:gd name="connsiteX60" fmla="*/ 8346801 w 12198158"/>
              <a:gd name="connsiteY60" fmla="*/ 5032489 h 5453385"/>
              <a:gd name="connsiteX61" fmla="*/ 8308886 w 12198158"/>
              <a:gd name="connsiteY61" fmla="*/ 5051758 h 5453385"/>
              <a:gd name="connsiteX62" fmla="*/ 8289640 w 12198158"/>
              <a:gd name="connsiteY62" fmla="*/ 5066848 h 5453385"/>
              <a:gd name="connsiteX63" fmla="*/ 8278750 w 12198158"/>
              <a:gd name="connsiteY63" fmla="*/ 5073172 h 5453385"/>
              <a:gd name="connsiteX64" fmla="*/ 8277624 w 12198158"/>
              <a:gd name="connsiteY64" fmla="*/ 5077997 h 5453385"/>
              <a:gd name="connsiteX65" fmla="*/ 8260561 w 12198158"/>
              <a:gd name="connsiteY65" fmla="*/ 5085789 h 5453385"/>
              <a:gd name="connsiteX66" fmla="*/ 8257864 w 12198158"/>
              <a:gd name="connsiteY66" fmla="*/ 5085539 h 5453385"/>
              <a:gd name="connsiteX67" fmla="*/ 8246529 w 12198158"/>
              <a:gd name="connsiteY67" fmla="*/ 5096229 h 5453385"/>
              <a:gd name="connsiteX68" fmla="*/ 8240334 w 12198158"/>
              <a:gd name="connsiteY68" fmla="*/ 5110338 h 5453385"/>
              <a:gd name="connsiteX69" fmla="*/ 8084875 w 12198158"/>
              <a:gd name="connsiteY69" fmla="*/ 5160468 h 5453385"/>
              <a:gd name="connsiteX70" fmla="*/ 7900134 w 12198158"/>
              <a:gd name="connsiteY70" fmla="*/ 5206050 h 5453385"/>
              <a:gd name="connsiteX71" fmla="*/ 7713595 w 12198158"/>
              <a:gd name="connsiteY71" fmla="*/ 5233976 h 5453385"/>
              <a:gd name="connsiteX72" fmla="*/ 7609267 w 12198158"/>
              <a:gd name="connsiteY72" fmla="*/ 5230207 h 5453385"/>
              <a:gd name="connsiteX73" fmla="*/ 7522521 w 12198158"/>
              <a:gd name="connsiteY73" fmla="*/ 5236536 h 5453385"/>
              <a:gd name="connsiteX74" fmla="*/ 7514554 w 12198158"/>
              <a:gd name="connsiteY74" fmla="*/ 5239309 h 5453385"/>
              <a:gd name="connsiteX75" fmla="*/ 7502403 w 12198158"/>
              <a:gd name="connsiteY75" fmla="*/ 5240758 h 5453385"/>
              <a:gd name="connsiteX76" fmla="*/ 7502032 w 12198158"/>
              <a:gd name="connsiteY76" fmla="*/ 5240403 h 5453385"/>
              <a:gd name="connsiteX77" fmla="*/ 7490794 w 12198158"/>
              <a:gd name="connsiteY77" fmla="*/ 5242523 h 5453385"/>
              <a:gd name="connsiteX78" fmla="*/ 7400450 w 12198158"/>
              <a:gd name="connsiteY78" fmla="*/ 5233721 h 5453385"/>
              <a:gd name="connsiteX79" fmla="*/ 7307302 w 12198158"/>
              <a:gd name="connsiteY79" fmla="*/ 5223301 h 5453385"/>
              <a:gd name="connsiteX80" fmla="*/ 7305976 w 12198158"/>
              <a:gd name="connsiteY80" fmla="*/ 5221735 h 5453385"/>
              <a:gd name="connsiteX81" fmla="*/ 7213744 w 12198158"/>
              <a:gd name="connsiteY81" fmla="*/ 5249155 h 5453385"/>
              <a:gd name="connsiteX82" fmla="*/ 7196298 w 12198158"/>
              <a:gd name="connsiteY82" fmla="*/ 5254097 h 5453385"/>
              <a:gd name="connsiteX83" fmla="*/ 7192202 w 12198158"/>
              <a:gd name="connsiteY83" fmla="*/ 5259915 h 5453385"/>
              <a:gd name="connsiteX84" fmla="*/ 7166024 w 12198158"/>
              <a:gd name="connsiteY84" fmla="*/ 5264963 h 5453385"/>
              <a:gd name="connsiteX85" fmla="*/ 7092253 w 12198158"/>
              <a:gd name="connsiteY85" fmla="*/ 5278242 h 5453385"/>
              <a:gd name="connsiteX86" fmla="*/ 7013814 w 12198158"/>
              <a:gd name="connsiteY86" fmla="*/ 5277836 h 5453385"/>
              <a:gd name="connsiteX87" fmla="*/ 6899540 w 12198158"/>
              <a:gd name="connsiteY87" fmla="*/ 5309879 h 5453385"/>
              <a:gd name="connsiteX88" fmla="*/ 6703746 w 12198158"/>
              <a:gd name="connsiteY88" fmla="*/ 5340238 h 5453385"/>
              <a:gd name="connsiteX89" fmla="*/ 6545085 w 12198158"/>
              <a:gd name="connsiteY89" fmla="*/ 5371489 h 5453385"/>
              <a:gd name="connsiteX90" fmla="*/ 6313345 w 12198158"/>
              <a:gd name="connsiteY90" fmla="*/ 5422313 h 5453385"/>
              <a:gd name="connsiteX91" fmla="*/ 6164558 w 12198158"/>
              <a:gd name="connsiteY91" fmla="*/ 5424579 h 5453385"/>
              <a:gd name="connsiteX92" fmla="*/ 6069796 w 12198158"/>
              <a:gd name="connsiteY92" fmla="*/ 5446801 h 5453385"/>
              <a:gd name="connsiteX93" fmla="*/ 6064481 w 12198158"/>
              <a:gd name="connsiteY93" fmla="*/ 5445132 h 5453385"/>
              <a:gd name="connsiteX94" fmla="*/ 6044602 w 12198158"/>
              <a:gd name="connsiteY94" fmla="*/ 5445873 h 5453385"/>
              <a:gd name="connsiteX95" fmla="*/ 6037252 w 12198158"/>
              <a:gd name="connsiteY95" fmla="*/ 5436807 h 5453385"/>
              <a:gd name="connsiteX96" fmla="*/ 6006081 w 12198158"/>
              <a:gd name="connsiteY96" fmla="*/ 5431276 h 5453385"/>
              <a:gd name="connsiteX97" fmla="*/ 5920065 w 12198158"/>
              <a:gd name="connsiteY97" fmla="*/ 5420947 h 5453385"/>
              <a:gd name="connsiteX98" fmla="*/ 5755077 w 12198158"/>
              <a:gd name="connsiteY98" fmla="*/ 5452274 h 5453385"/>
              <a:gd name="connsiteX99" fmla="*/ 5623207 w 12198158"/>
              <a:gd name="connsiteY99" fmla="*/ 5453385 h 5453385"/>
              <a:gd name="connsiteX100" fmla="*/ 5467256 w 12198158"/>
              <a:gd name="connsiteY100" fmla="*/ 5438160 h 5453385"/>
              <a:gd name="connsiteX101" fmla="*/ 5429137 w 12198158"/>
              <a:gd name="connsiteY101" fmla="*/ 5425939 h 5453385"/>
              <a:gd name="connsiteX102" fmla="*/ 5378078 w 12198158"/>
              <a:gd name="connsiteY102" fmla="*/ 5406715 h 5453385"/>
              <a:gd name="connsiteX103" fmla="*/ 5258253 w 12198158"/>
              <a:gd name="connsiteY103" fmla="*/ 5384542 h 5453385"/>
              <a:gd name="connsiteX104" fmla="*/ 5219477 w 12198158"/>
              <a:gd name="connsiteY104" fmla="*/ 5372462 h 5453385"/>
              <a:gd name="connsiteX105" fmla="*/ 5171208 w 12198158"/>
              <a:gd name="connsiteY105" fmla="*/ 5369215 h 5453385"/>
              <a:gd name="connsiteX106" fmla="*/ 5153115 w 12198158"/>
              <a:gd name="connsiteY106" fmla="*/ 5361371 h 5453385"/>
              <a:gd name="connsiteX107" fmla="*/ 5139168 w 12198158"/>
              <a:gd name="connsiteY107" fmla="*/ 5357678 h 5453385"/>
              <a:gd name="connsiteX108" fmla="*/ 5136167 w 12198158"/>
              <a:gd name="connsiteY108" fmla="*/ 5355396 h 5453385"/>
              <a:gd name="connsiteX109" fmla="*/ 5118243 w 12198158"/>
              <a:gd name="connsiteY109" fmla="*/ 5343610 h 5453385"/>
              <a:gd name="connsiteX110" fmla="*/ 5062411 w 12198158"/>
              <a:gd name="connsiteY110" fmla="*/ 5350746 h 5453385"/>
              <a:gd name="connsiteX111" fmla="*/ 5008170 w 12198158"/>
              <a:gd name="connsiteY111" fmla="*/ 5332957 h 5453385"/>
              <a:gd name="connsiteX112" fmla="*/ 4837210 w 12198158"/>
              <a:gd name="connsiteY112" fmla="*/ 5306875 h 5453385"/>
              <a:gd name="connsiteX113" fmla="*/ 4759270 w 12198158"/>
              <a:gd name="connsiteY113" fmla="*/ 5276719 h 5453385"/>
              <a:gd name="connsiteX114" fmla="*/ 4720035 w 12198158"/>
              <a:gd name="connsiteY114" fmla="*/ 5266929 h 5453385"/>
              <a:gd name="connsiteX115" fmla="*/ 4718027 w 12198158"/>
              <a:gd name="connsiteY115" fmla="*/ 5266116 h 5453385"/>
              <a:gd name="connsiteX116" fmla="*/ 4718961 w 12198158"/>
              <a:gd name="connsiteY116" fmla="*/ 5265887 h 5453385"/>
              <a:gd name="connsiteX117" fmla="*/ 4714055 w 12198158"/>
              <a:gd name="connsiteY117" fmla="*/ 5264507 h 5453385"/>
              <a:gd name="connsiteX118" fmla="*/ 4718027 w 12198158"/>
              <a:gd name="connsiteY118" fmla="*/ 5266116 h 5453385"/>
              <a:gd name="connsiteX119" fmla="*/ 4712381 w 12198158"/>
              <a:gd name="connsiteY119" fmla="*/ 5267501 h 5453385"/>
              <a:gd name="connsiteX120" fmla="*/ 4512801 w 12198158"/>
              <a:gd name="connsiteY120" fmla="*/ 5256747 h 5453385"/>
              <a:gd name="connsiteX121" fmla="*/ 4425588 w 12198158"/>
              <a:gd name="connsiteY121" fmla="*/ 5245181 h 5453385"/>
              <a:gd name="connsiteX122" fmla="*/ 4314086 w 12198158"/>
              <a:gd name="connsiteY122" fmla="*/ 5250903 h 5453385"/>
              <a:gd name="connsiteX123" fmla="*/ 4312230 w 12198158"/>
              <a:gd name="connsiteY123" fmla="*/ 5249446 h 5453385"/>
              <a:gd name="connsiteX124" fmla="*/ 4292278 w 12198158"/>
              <a:gd name="connsiteY124" fmla="*/ 5247406 h 5453385"/>
              <a:gd name="connsiteX125" fmla="*/ 4287201 w 12198158"/>
              <a:gd name="connsiteY125" fmla="*/ 5250574 h 5453385"/>
              <a:gd name="connsiteX126" fmla="*/ 4273289 w 12198158"/>
              <a:gd name="connsiteY126" fmla="*/ 5250306 h 5453385"/>
              <a:gd name="connsiteX127" fmla="*/ 4245283 w 12198158"/>
              <a:gd name="connsiteY127" fmla="*/ 5252830 h 5453385"/>
              <a:gd name="connsiteX128" fmla="*/ 4199245 w 12198158"/>
              <a:gd name="connsiteY128" fmla="*/ 5249795 h 5453385"/>
              <a:gd name="connsiteX129" fmla="*/ 4198941 w 12198158"/>
              <a:gd name="connsiteY129" fmla="*/ 5248428 h 5453385"/>
              <a:gd name="connsiteX130" fmla="*/ 4188453 w 12198158"/>
              <a:gd name="connsiteY130" fmla="*/ 5242309 h 5453385"/>
              <a:gd name="connsiteX131" fmla="*/ 4139982 w 12198158"/>
              <a:gd name="connsiteY131" fmla="*/ 5225080 h 5453385"/>
              <a:gd name="connsiteX132" fmla="*/ 4080374 w 12198158"/>
              <a:gd name="connsiteY132" fmla="*/ 5196265 h 5453385"/>
              <a:gd name="connsiteX133" fmla="*/ 4071828 w 12198158"/>
              <a:gd name="connsiteY133" fmla="*/ 5195359 h 5453385"/>
              <a:gd name="connsiteX134" fmla="*/ 4071710 w 12198158"/>
              <a:gd name="connsiteY134" fmla="*/ 5195034 h 5453385"/>
              <a:gd name="connsiteX135" fmla="*/ 4056247 w 12198158"/>
              <a:gd name="connsiteY135" fmla="*/ 5193703 h 5453385"/>
              <a:gd name="connsiteX136" fmla="*/ 4039668 w 12198158"/>
              <a:gd name="connsiteY136" fmla="*/ 5191942 h 5453385"/>
              <a:gd name="connsiteX137" fmla="*/ 4034303 w 12198158"/>
              <a:gd name="connsiteY137" fmla="*/ 5189299 h 5453385"/>
              <a:gd name="connsiteX138" fmla="*/ 4032672 w 12198158"/>
              <a:gd name="connsiteY138" fmla="*/ 5185317 h 5453385"/>
              <a:gd name="connsiteX139" fmla="*/ 4031088 w 12198158"/>
              <a:gd name="connsiteY139" fmla="*/ 5185572 h 5453385"/>
              <a:gd name="connsiteX140" fmla="*/ 4001867 w 12198158"/>
              <a:gd name="connsiteY140" fmla="*/ 5171923 h 5453385"/>
              <a:gd name="connsiteX141" fmla="*/ 3934220 w 12198158"/>
              <a:gd name="connsiteY141" fmla="*/ 5152965 h 5453385"/>
              <a:gd name="connsiteX142" fmla="*/ 3894676 w 12198158"/>
              <a:gd name="connsiteY142" fmla="*/ 5146824 h 5453385"/>
              <a:gd name="connsiteX143" fmla="*/ 3787232 w 12198158"/>
              <a:gd name="connsiteY143" fmla="*/ 5124845 h 5453385"/>
              <a:gd name="connsiteX144" fmla="*/ 3680057 w 12198158"/>
              <a:gd name="connsiteY144" fmla="*/ 5098865 h 5453385"/>
              <a:gd name="connsiteX145" fmla="*/ 3607627 w 12198158"/>
              <a:gd name="connsiteY145" fmla="*/ 5063819 h 5453385"/>
              <a:gd name="connsiteX146" fmla="*/ 3601451 w 12198158"/>
              <a:gd name="connsiteY146" fmla="*/ 5065299 h 5453385"/>
              <a:gd name="connsiteX147" fmla="*/ 3592338 w 12198158"/>
              <a:gd name="connsiteY147" fmla="*/ 5065477 h 5453385"/>
              <a:gd name="connsiteX148" fmla="*/ 3592104 w 12198158"/>
              <a:gd name="connsiteY148" fmla="*/ 5065184 h 5453385"/>
              <a:gd name="connsiteX149" fmla="*/ 3583586 w 12198158"/>
              <a:gd name="connsiteY149" fmla="*/ 5065934 h 5453385"/>
              <a:gd name="connsiteX150" fmla="*/ 3533777 w 12198158"/>
              <a:gd name="connsiteY150" fmla="*/ 5055401 h 5453385"/>
              <a:gd name="connsiteX151" fmla="*/ 3470906 w 12198158"/>
              <a:gd name="connsiteY151" fmla="*/ 5051425 h 5453385"/>
              <a:gd name="connsiteX152" fmla="*/ 3398460 w 12198158"/>
              <a:gd name="connsiteY152" fmla="*/ 5038341 h 5453385"/>
              <a:gd name="connsiteX153" fmla="*/ 3361644 w 12198158"/>
              <a:gd name="connsiteY153" fmla="*/ 5056751 h 5453385"/>
              <a:gd name="connsiteX154" fmla="*/ 3341795 w 12198158"/>
              <a:gd name="connsiteY154" fmla="*/ 5058577 h 5453385"/>
              <a:gd name="connsiteX155" fmla="*/ 3339469 w 12198158"/>
              <a:gd name="connsiteY155" fmla="*/ 5057519 h 5453385"/>
              <a:gd name="connsiteX156" fmla="*/ 3260180 w 12198158"/>
              <a:gd name="connsiteY156" fmla="*/ 5063901 h 5453385"/>
              <a:gd name="connsiteX157" fmla="*/ 3140460 w 12198158"/>
              <a:gd name="connsiteY157" fmla="*/ 5072344 h 5453385"/>
              <a:gd name="connsiteX158" fmla="*/ 3028270 w 12198158"/>
              <a:gd name="connsiteY158" fmla="*/ 5075215 h 5453385"/>
              <a:gd name="connsiteX159" fmla="*/ 2779714 w 12198158"/>
              <a:gd name="connsiteY159" fmla="*/ 5098912 h 5453385"/>
              <a:gd name="connsiteX160" fmla="*/ 2649525 w 12198158"/>
              <a:gd name="connsiteY160" fmla="*/ 5134167 h 5453385"/>
              <a:gd name="connsiteX161" fmla="*/ 2566315 w 12198158"/>
              <a:gd name="connsiteY161" fmla="*/ 5081857 h 5453385"/>
              <a:gd name="connsiteX162" fmla="*/ 2441626 w 12198158"/>
              <a:gd name="connsiteY162" fmla="*/ 5096953 h 5453385"/>
              <a:gd name="connsiteX163" fmla="*/ 2313568 w 12198158"/>
              <a:gd name="connsiteY163" fmla="*/ 5106148 h 5453385"/>
              <a:gd name="connsiteX164" fmla="*/ 2207105 w 12198158"/>
              <a:gd name="connsiteY164" fmla="*/ 5100465 h 5453385"/>
              <a:gd name="connsiteX165" fmla="*/ 2093268 w 12198158"/>
              <a:gd name="connsiteY165" fmla="*/ 5082317 h 5453385"/>
              <a:gd name="connsiteX166" fmla="*/ 1996024 w 12198158"/>
              <a:gd name="connsiteY166" fmla="*/ 5073607 h 5453385"/>
              <a:gd name="connsiteX167" fmla="*/ 1926886 w 12198158"/>
              <a:gd name="connsiteY167" fmla="*/ 5097439 h 5453385"/>
              <a:gd name="connsiteX168" fmla="*/ 1920368 w 12198158"/>
              <a:gd name="connsiteY168" fmla="*/ 5092193 h 5453385"/>
              <a:gd name="connsiteX169" fmla="*/ 1871831 w 12198158"/>
              <a:gd name="connsiteY169" fmla="*/ 5093925 h 5453385"/>
              <a:gd name="connsiteX170" fmla="*/ 1785463 w 12198158"/>
              <a:gd name="connsiteY170" fmla="*/ 5123922 h 5453385"/>
              <a:gd name="connsiteX171" fmla="*/ 1737045 w 12198158"/>
              <a:gd name="connsiteY171" fmla="*/ 5118437 h 5453385"/>
              <a:gd name="connsiteX172" fmla="*/ 1673954 w 12198158"/>
              <a:gd name="connsiteY172" fmla="*/ 5100682 h 5453385"/>
              <a:gd name="connsiteX173" fmla="*/ 1602834 w 12198158"/>
              <a:gd name="connsiteY173" fmla="*/ 5117005 h 5453385"/>
              <a:gd name="connsiteX174" fmla="*/ 1490351 w 12198158"/>
              <a:gd name="connsiteY174" fmla="*/ 5089213 h 5453385"/>
              <a:gd name="connsiteX175" fmla="*/ 1149212 w 12198158"/>
              <a:gd name="connsiteY175" fmla="*/ 5040291 h 5453385"/>
              <a:gd name="connsiteX176" fmla="*/ 938574 w 12198158"/>
              <a:gd name="connsiteY176" fmla="*/ 5042902 h 5453385"/>
              <a:gd name="connsiteX177" fmla="*/ 857697 w 12198158"/>
              <a:gd name="connsiteY177" fmla="*/ 5001472 h 5453385"/>
              <a:gd name="connsiteX178" fmla="*/ 836981 w 12198158"/>
              <a:gd name="connsiteY178" fmla="*/ 5002789 h 5453385"/>
              <a:gd name="connsiteX179" fmla="*/ 816264 w 12198158"/>
              <a:gd name="connsiteY179" fmla="*/ 5000656 h 5453385"/>
              <a:gd name="connsiteX180" fmla="*/ 810965 w 12198158"/>
              <a:gd name="connsiteY180" fmla="*/ 5003799 h 5453385"/>
              <a:gd name="connsiteX181" fmla="*/ 796509 w 12198158"/>
              <a:gd name="connsiteY181" fmla="*/ 5003468 h 5453385"/>
              <a:gd name="connsiteX182" fmla="*/ 767389 w 12198158"/>
              <a:gd name="connsiteY182" fmla="*/ 5005865 h 5453385"/>
              <a:gd name="connsiteX183" fmla="*/ 762544 w 12198158"/>
              <a:gd name="connsiteY183" fmla="*/ 5003453 h 5453385"/>
              <a:gd name="connsiteX184" fmla="*/ 719567 w 12198158"/>
              <a:gd name="connsiteY184" fmla="*/ 5002615 h 5453385"/>
              <a:gd name="connsiteX185" fmla="*/ 719262 w 12198158"/>
              <a:gd name="connsiteY185" fmla="*/ 5001245 h 5453385"/>
              <a:gd name="connsiteX186" fmla="*/ 708402 w 12198158"/>
              <a:gd name="connsiteY186" fmla="*/ 4995080 h 5453385"/>
              <a:gd name="connsiteX187" fmla="*/ 596394 w 12198158"/>
              <a:gd name="connsiteY187" fmla="*/ 4948536 h 5453385"/>
              <a:gd name="connsiteX188" fmla="*/ 578149 w 12198158"/>
              <a:gd name="connsiteY188" fmla="*/ 4945656 h 5453385"/>
              <a:gd name="connsiteX189" fmla="*/ 571336 w 12198158"/>
              <a:gd name="connsiteY189" fmla="*/ 4945862 h 5453385"/>
              <a:gd name="connsiteX190" fmla="*/ 444802 w 12198158"/>
              <a:gd name="connsiteY190" fmla="*/ 4904561 h 5453385"/>
              <a:gd name="connsiteX191" fmla="*/ 403746 w 12198158"/>
              <a:gd name="connsiteY191" fmla="*/ 4898238 h 5453385"/>
              <a:gd name="connsiteX192" fmla="*/ 292240 w 12198158"/>
              <a:gd name="connsiteY192" fmla="*/ 4875762 h 5453385"/>
              <a:gd name="connsiteX193" fmla="*/ 118302 w 12198158"/>
              <a:gd name="connsiteY193" fmla="*/ 4819502 h 5453385"/>
              <a:gd name="connsiteX194" fmla="*/ 15516 w 12198158"/>
              <a:gd name="connsiteY194" fmla="*/ 4816401 h 5453385"/>
              <a:gd name="connsiteX195" fmla="*/ 2 w 12198158"/>
              <a:gd name="connsiteY195" fmla="*/ 4810462 h 5453385"/>
              <a:gd name="connsiteX196" fmla="*/ 0 w 12198158"/>
              <a:gd name="connsiteY196" fmla="*/ 0 h 5453385"/>
              <a:gd name="connsiteX0" fmla="*/ 0 w 12198158"/>
              <a:gd name="connsiteY0" fmla="*/ 0 h 5453385"/>
              <a:gd name="connsiteX1" fmla="*/ 12192000 w 12198158"/>
              <a:gd name="connsiteY1" fmla="*/ 0 h 5453385"/>
              <a:gd name="connsiteX2" fmla="*/ 12198158 w 12198158"/>
              <a:gd name="connsiteY2" fmla="*/ 4140646 h 5453385"/>
              <a:gd name="connsiteX3" fmla="*/ 12132764 w 12198158"/>
              <a:gd name="connsiteY3" fmla="*/ 4224573 h 5453385"/>
              <a:gd name="connsiteX4" fmla="*/ 12053056 w 12198158"/>
              <a:gd name="connsiteY4" fmla="*/ 4225834 h 5453385"/>
              <a:gd name="connsiteX5" fmla="*/ 11938513 w 12198158"/>
              <a:gd name="connsiteY5" fmla="*/ 4230448 h 5453385"/>
              <a:gd name="connsiteX6" fmla="*/ 11853342 w 12198158"/>
              <a:gd name="connsiteY6" fmla="*/ 4258769 h 5453385"/>
              <a:gd name="connsiteX7" fmla="*/ 11704569 w 12198158"/>
              <a:gd name="connsiteY7" fmla="*/ 4315417 h 5453385"/>
              <a:gd name="connsiteX8" fmla="*/ 11577641 w 12198158"/>
              <a:gd name="connsiteY8" fmla="*/ 4362077 h 5453385"/>
              <a:gd name="connsiteX9" fmla="*/ 11508791 w 12198158"/>
              <a:gd name="connsiteY9" fmla="*/ 4445364 h 5453385"/>
              <a:gd name="connsiteX10" fmla="*/ 11388373 w 12198158"/>
              <a:gd name="connsiteY10" fmla="*/ 4503521 h 5453385"/>
              <a:gd name="connsiteX11" fmla="*/ 11276406 w 12198158"/>
              <a:gd name="connsiteY11" fmla="*/ 4532180 h 5453385"/>
              <a:gd name="connsiteX12" fmla="*/ 11190251 w 12198158"/>
              <a:gd name="connsiteY12" fmla="*/ 4549353 h 5453385"/>
              <a:gd name="connsiteX13" fmla="*/ 11139995 w 12198158"/>
              <a:gd name="connsiteY13" fmla="*/ 4557892 h 5453385"/>
              <a:gd name="connsiteX14" fmla="*/ 11040727 w 12198158"/>
              <a:gd name="connsiteY14" fmla="*/ 4557190 h 5453385"/>
              <a:gd name="connsiteX15" fmla="*/ 10969005 w 12198158"/>
              <a:gd name="connsiteY15" fmla="*/ 4567235 h 5453385"/>
              <a:gd name="connsiteX16" fmla="*/ 10899772 w 12198158"/>
              <a:gd name="connsiteY16" fmla="*/ 4598938 h 5453385"/>
              <a:gd name="connsiteX17" fmla="*/ 10838983 w 12198158"/>
              <a:gd name="connsiteY17" fmla="*/ 4631872 h 5453385"/>
              <a:gd name="connsiteX18" fmla="*/ 10769520 w 12198158"/>
              <a:gd name="connsiteY18" fmla="*/ 4674655 h 5453385"/>
              <a:gd name="connsiteX19" fmla="*/ 10570843 w 12198158"/>
              <a:gd name="connsiteY19" fmla="*/ 4731505 h 5453385"/>
              <a:gd name="connsiteX20" fmla="*/ 10512263 w 12198158"/>
              <a:gd name="connsiteY20" fmla="*/ 4767779 h 5453385"/>
              <a:gd name="connsiteX21" fmla="*/ 10439016 w 12198158"/>
              <a:gd name="connsiteY21" fmla="*/ 4770014 h 5453385"/>
              <a:gd name="connsiteX22" fmla="*/ 10376941 w 12198158"/>
              <a:gd name="connsiteY22" fmla="*/ 4774192 h 5453385"/>
              <a:gd name="connsiteX23" fmla="*/ 10329960 w 12198158"/>
              <a:gd name="connsiteY23" fmla="*/ 4774855 h 5453385"/>
              <a:gd name="connsiteX24" fmla="*/ 10254256 w 12198158"/>
              <a:gd name="connsiteY24" fmla="*/ 4785445 h 5453385"/>
              <a:gd name="connsiteX25" fmla="*/ 10119745 w 12198158"/>
              <a:gd name="connsiteY25" fmla="*/ 4797950 h 5453385"/>
              <a:gd name="connsiteX26" fmla="*/ 10075444 w 12198158"/>
              <a:gd name="connsiteY26" fmla="*/ 4800225 h 5453385"/>
              <a:gd name="connsiteX27" fmla="*/ 10032543 w 12198158"/>
              <a:gd name="connsiteY27" fmla="*/ 4798418 h 5453385"/>
              <a:gd name="connsiteX28" fmla="*/ 9953375 w 12198158"/>
              <a:gd name="connsiteY28" fmla="*/ 4815267 h 5453385"/>
              <a:gd name="connsiteX29" fmla="*/ 9841223 w 12198158"/>
              <a:gd name="connsiteY29" fmla="*/ 4822617 h 5453385"/>
              <a:gd name="connsiteX30" fmla="*/ 9721820 w 12198158"/>
              <a:gd name="connsiteY30" fmla="*/ 4844562 h 5453385"/>
              <a:gd name="connsiteX31" fmla="*/ 9578114 w 12198158"/>
              <a:gd name="connsiteY31" fmla="*/ 4856964 h 5453385"/>
              <a:gd name="connsiteX32" fmla="*/ 9336820 w 12198158"/>
              <a:gd name="connsiteY32" fmla="*/ 4906595 h 5453385"/>
              <a:gd name="connsiteX33" fmla="*/ 9272837 w 12198158"/>
              <a:gd name="connsiteY33" fmla="*/ 4967726 h 5453385"/>
              <a:gd name="connsiteX34" fmla="*/ 9188677 w 12198158"/>
              <a:gd name="connsiteY34" fmla="*/ 4973909 h 5453385"/>
              <a:gd name="connsiteX35" fmla="*/ 9183116 w 12198158"/>
              <a:gd name="connsiteY35" fmla="*/ 4983943 h 5453385"/>
              <a:gd name="connsiteX36" fmla="*/ 9145128 w 12198158"/>
              <a:gd name="connsiteY36" fmla="*/ 4996108 h 5453385"/>
              <a:gd name="connsiteX37" fmla="*/ 9144106 w 12198158"/>
              <a:gd name="connsiteY37" fmla="*/ 4994951 h 5453385"/>
              <a:gd name="connsiteX38" fmla="*/ 9131223 w 12198158"/>
              <a:gd name="connsiteY38" fmla="*/ 4992596 h 5453385"/>
              <a:gd name="connsiteX39" fmla="*/ 9107733 w 12198158"/>
              <a:gd name="connsiteY39" fmla="*/ 4991112 h 5453385"/>
              <a:gd name="connsiteX40" fmla="*/ 9047414 w 12198158"/>
              <a:gd name="connsiteY40" fmla="*/ 4982084 h 5453385"/>
              <a:gd name="connsiteX41" fmla="*/ 8999479 w 12198158"/>
              <a:gd name="connsiteY41" fmla="*/ 4985651 h 5453385"/>
              <a:gd name="connsiteX42" fmla="*/ 8999194 w 12198158"/>
              <a:gd name="connsiteY42" fmla="*/ 4985390 h 5453385"/>
              <a:gd name="connsiteX43" fmla="*/ 8990231 w 12198158"/>
              <a:gd name="connsiteY43" fmla="*/ 4986706 h 5453385"/>
              <a:gd name="connsiteX44" fmla="*/ 8984397 w 12198158"/>
              <a:gd name="connsiteY44" fmla="*/ 4988944 h 5453385"/>
              <a:gd name="connsiteX45" fmla="*/ 8968351 w 12198158"/>
              <a:gd name="connsiteY45" fmla="*/ 4992447 h 5453385"/>
              <a:gd name="connsiteX46" fmla="*/ 8962029 w 12198158"/>
              <a:gd name="connsiteY46" fmla="*/ 4991687 h 5453385"/>
              <a:gd name="connsiteX47" fmla="*/ 8957069 w 12198158"/>
              <a:gd name="connsiteY47" fmla="*/ 4989271 h 5453385"/>
              <a:gd name="connsiteX48" fmla="*/ 8889695 w 12198158"/>
              <a:gd name="connsiteY48" fmla="*/ 5009620 h 5453385"/>
              <a:gd name="connsiteX49" fmla="*/ 8746606 w 12198158"/>
              <a:gd name="connsiteY49" fmla="*/ 5006694 h 5453385"/>
              <a:gd name="connsiteX50" fmla="*/ 8702038 w 12198158"/>
              <a:gd name="connsiteY50" fmla="*/ 5008976 h 5453385"/>
              <a:gd name="connsiteX51" fmla="*/ 8590337 w 12198158"/>
              <a:gd name="connsiteY51" fmla="*/ 5018285 h 5453385"/>
              <a:gd name="connsiteX52" fmla="*/ 8519543 w 12198158"/>
              <a:gd name="connsiteY52" fmla="*/ 5002167 h 5453385"/>
              <a:gd name="connsiteX53" fmla="*/ 8505306 w 12198158"/>
              <a:gd name="connsiteY53" fmla="*/ 5008590 h 5453385"/>
              <a:gd name="connsiteX54" fmla="*/ 8500493 w 12198158"/>
              <a:gd name="connsiteY54" fmla="*/ 5011849 h 5453385"/>
              <a:gd name="connsiteX55" fmla="*/ 8492299 w 12198158"/>
              <a:gd name="connsiteY55" fmla="*/ 5014823 h 5453385"/>
              <a:gd name="connsiteX56" fmla="*/ 8491926 w 12198158"/>
              <a:gd name="connsiteY56" fmla="*/ 5014628 h 5453385"/>
              <a:gd name="connsiteX57" fmla="*/ 8484586 w 12198158"/>
              <a:gd name="connsiteY57" fmla="*/ 5017941 h 5453385"/>
              <a:gd name="connsiteX58" fmla="*/ 8361601 w 12198158"/>
              <a:gd name="connsiteY58" fmla="*/ 5033190 h 5453385"/>
              <a:gd name="connsiteX59" fmla="*/ 8348227 w 12198158"/>
              <a:gd name="connsiteY59" fmla="*/ 5033401 h 5453385"/>
              <a:gd name="connsiteX60" fmla="*/ 8346801 w 12198158"/>
              <a:gd name="connsiteY60" fmla="*/ 5032489 h 5453385"/>
              <a:gd name="connsiteX61" fmla="*/ 8308886 w 12198158"/>
              <a:gd name="connsiteY61" fmla="*/ 5051758 h 5453385"/>
              <a:gd name="connsiteX62" fmla="*/ 8289640 w 12198158"/>
              <a:gd name="connsiteY62" fmla="*/ 5066848 h 5453385"/>
              <a:gd name="connsiteX63" fmla="*/ 8278750 w 12198158"/>
              <a:gd name="connsiteY63" fmla="*/ 5073172 h 5453385"/>
              <a:gd name="connsiteX64" fmla="*/ 8277624 w 12198158"/>
              <a:gd name="connsiteY64" fmla="*/ 5077997 h 5453385"/>
              <a:gd name="connsiteX65" fmla="*/ 8260561 w 12198158"/>
              <a:gd name="connsiteY65" fmla="*/ 5085789 h 5453385"/>
              <a:gd name="connsiteX66" fmla="*/ 8257864 w 12198158"/>
              <a:gd name="connsiteY66" fmla="*/ 5085539 h 5453385"/>
              <a:gd name="connsiteX67" fmla="*/ 8246529 w 12198158"/>
              <a:gd name="connsiteY67" fmla="*/ 5096229 h 5453385"/>
              <a:gd name="connsiteX68" fmla="*/ 8240334 w 12198158"/>
              <a:gd name="connsiteY68" fmla="*/ 5110338 h 5453385"/>
              <a:gd name="connsiteX69" fmla="*/ 8084875 w 12198158"/>
              <a:gd name="connsiteY69" fmla="*/ 5160468 h 5453385"/>
              <a:gd name="connsiteX70" fmla="*/ 7900134 w 12198158"/>
              <a:gd name="connsiteY70" fmla="*/ 5206050 h 5453385"/>
              <a:gd name="connsiteX71" fmla="*/ 7713595 w 12198158"/>
              <a:gd name="connsiteY71" fmla="*/ 5233976 h 5453385"/>
              <a:gd name="connsiteX72" fmla="*/ 7609267 w 12198158"/>
              <a:gd name="connsiteY72" fmla="*/ 5230207 h 5453385"/>
              <a:gd name="connsiteX73" fmla="*/ 7522521 w 12198158"/>
              <a:gd name="connsiteY73" fmla="*/ 5236536 h 5453385"/>
              <a:gd name="connsiteX74" fmla="*/ 7514554 w 12198158"/>
              <a:gd name="connsiteY74" fmla="*/ 5239309 h 5453385"/>
              <a:gd name="connsiteX75" fmla="*/ 7502403 w 12198158"/>
              <a:gd name="connsiteY75" fmla="*/ 5240758 h 5453385"/>
              <a:gd name="connsiteX76" fmla="*/ 7502032 w 12198158"/>
              <a:gd name="connsiteY76" fmla="*/ 5240403 h 5453385"/>
              <a:gd name="connsiteX77" fmla="*/ 7490794 w 12198158"/>
              <a:gd name="connsiteY77" fmla="*/ 5242523 h 5453385"/>
              <a:gd name="connsiteX78" fmla="*/ 7400450 w 12198158"/>
              <a:gd name="connsiteY78" fmla="*/ 5233721 h 5453385"/>
              <a:gd name="connsiteX79" fmla="*/ 7307302 w 12198158"/>
              <a:gd name="connsiteY79" fmla="*/ 5223301 h 5453385"/>
              <a:gd name="connsiteX80" fmla="*/ 7305976 w 12198158"/>
              <a:gd name="connsiteY80" fmla="*/ 5221735 h 5453385"/>
              <a:gd name="connsiteX81" fmla="*/ 7213744 w 12198158"/>
              <a:gd name="connsiteY81" fmla="*/ 5249155 h 5453385"/>
              <a:gd name="connsiteX82" fmla="*/ 7196298 w 12198158"/>
              <a:gd name="connsiteY82" fmla="*/ 5254097 h 5453385"/>
              <a:gd name="connsiteX83" fmla="*/ 7192202 w 12198158"/>
              <a:gd name="connsiteY83" fmla="*/ 5259915 h 5453385"/>
              <a:gd name="connsiteX84" fmla="*/ 7166024 w 12198158"/>
              <a:gd name="connsiteY84" fmla="*/ 5264963 h 5453385"/>
              <a:gd name="connsiteX85" fmla="*/ 7092253 w 12198158"/>
              <a:gd name="connsiteY85" fmla="*/ 5278242 h 5453385"/>
              <a:gd name="connsiteX86" fmla="*/ 7013814 w 12198158"/>
              <a:gd name="connsiteY86" fmla="*/ 5277836 h 5453385"/>
              <a:gd name="connsiteX87" fmla="*/ 6899540 w 12198158"/>
              <a:gd name="connsiteY87" fmla="*/ 5309879 h 5453385"/>
              <a:gd name="connsiteX88" fmla="*/ 6703746 w 12198158"/>
              <a:gd name="connsiteY88" fmla="*/ 5340238 h 5453385"/>
              <a:gd name="connsiteX89" fmla="*/ 6545085 w 12198158"/>
              <a:gd name="connsiteY89" fmla="*/ 5371489 h 5453385"/>
              <a:gd name="connsiteX90" fmla="*/ 6313345 w 12198158"/>
              <a:gd name="connsiteY90" fmla="*/ 5422313 h 5453385"/>
              <a:gd name="connsiteX91" fmla="*/ 6164558 w 12198158"/>
              <a:gd name="connsiteY91" fmla="*/ 5424579 h 5453385"/>
              <a:gd name="connsiteX92" fmla="*/ 6069796 w 12198158"/>
              <a:gd name="connsiteY92" fmla="*/ 5446801 h 5453385"/>
              <a:gd name="connsiteX93" fmla="*/ 6064481 w 12198158"/>
              <a:gd name="connsiteY93" fmla="*/ 5445132 h 5453385"/>
              <a:gd name="connsiteX94" fmla="*/ 6044602 w 12198158"/>
              <a:gd name="connsiteY94" fmla="*/ 5445873 h 5453385"/>
              <a:gd name="connsiteX95" fmla="*/ 6037252 w 12198158"/>
              <a:gd name="connsiteY95" fmla="*/ 5436807 h 5453385"/>
              <a:gd name="connsiteX96" fmla="*/ 6006081 w 12198158"/>
              <a:gd name="connsiteY96" fmla="*/ 5431276 h 5453385"/>
              <a:gd name="connsiteX97" fmla="*/ 5920065 w 12198158"/>
              <a:gd name="connsiteY97" fmla="*/ 5420947 h 5453385"/>
              <a:gd name="connsiteX98" fmla="*/ 5755077 w 12198158"/>
              <a:gd name="connsiteY98" fmla="*/ 5452274 h 5453385"/>
              <a:gd name="connsiteX99" fmla="*/ 5623207 w 12198158"/>
              <a:gd name="connsiteY99" fmla="*/ 5453385 h 5453385"/>
              <a:gd name="connsiteX100" fmla="*/ 5467256 w 12198158"/>
              <a:gd name="connsiteY100" fmla="*/ 5438160 h 5453385"/>
              <a:gd name="connsiteX101" fmla="*/ 5429137 w 12198158"/>
              <a:gd name="connsiteY101" fmla="*/ 5425939 h 5453385"/>
              <a:gd name="connsiteX102" fmla="*/ 5378078 w 12198158"/>
              <a:gd name="connsiteY102" fmla="*/ 5406715 h 5453385"/>
              <a:gd name="connsiteX103" fmla="*/ 5258253 w 12198158"/>
              <a:gd name="connsiteY103" fmla="*/ 5384542 h 5453385"/>
              <a:gd name="connsiteX104" fmla="*/ 5219477 w 12198158"/>
              <a:gd name="connsiteY104" fmla="*/ 5372462 h 5453385"/>
              <a:gd name="connsiteX105" fmla="*/ 5171208 w 12198158"/>
              <a:gd name="connsiteY105" fmla="*/ 5369215 h 5453385"/>
              <a:gd name="connsiteX106" fmla="*/ 5153115 w 12198158"/>
              <a:gd name="connsiteY106" fmla="*/ 5361371 h 5453385"/>
              <a:gd name="connsiteX107" fmla="*/ 5139168 w 12198158"/>
              <a:gd name="connsiteY107" fmla="*/ 5357678 h 5453385"/>
              <a:gd name="connsiteX108" fmla="*/ 5136167 w 12198158"/>
              <a:gd name="connsiteY108" fmla="*/ 5355396 h 5453385"/>
              <a:gd name="connsiteX109" fmla="*/ 5118243 w 12198158"/>
              <a:gd name="connsiteY109" fmla="*/ 5343610 h 5453385"/>
              <a:gd name="connsiteX110" fmla="*/ 5062411 w 12198158"/>
              <a:gd name="connsiteY110" fmla="*/ 5350746 h 5453385"/>
              <a:gd name="connsiteX111" fmla="*/ 5008170 w 12198158"/>
              <a:gd name="connsiteY111" fmla="*/ 5332957 h 5453385"/>
              <a:gd name="connsiteX112" fmla="*/ 4837210 w 12198158"/>
              <a:gd name="connsiteY112" fmla="*/ 5306875 h 5453385"/>
              <a:gd name="connsiteX113" fmla="*/ 4759270 w 12198158"/>
              <a:gd name="connsiteY113" fmla="*/ 5276719 h 5453385"/>
              <a:gd name="connsiteX114" fmla="*/ 4720035 w 12198158"/>
              <a:gd name="connsiteY114" fmla="*/ 5266929 h 5453385"/>
              <a:gd name="connsiteX115" fmla="*/ 4718027 w 12198158"/>
              <a:gd name="connsiteY115" fmla="*/ 5266116 h 5453385"/>
              <a:gd name="connsiteX116" fmla="*/ 4718961 w 12198158"/>
              <a:gd name="connsiteY116" fmla="*/ 5265887 h 5453385"/>
              <a:gd name="connsiteX117" fmla="*/ 4714055 w 12198158"/>
              <a:gd name="connsiteY117" fmla="*/ 5264507 h 5453385"/>
              <a:gd name="connsiteX118" fmla="*/ 4718027 w 12198158"/>
              <a:gd name="connsiteY118" fmla="*/ 5266116 h 5453385"/>
              <a:gd name="connsiteX119" fmla="*/ 4712381 w 12198158"/>
              <a:gd name="connsiteY119" fmla="*/ 5267501 h 5453385"/>
              <a:gd name="connsiteX120" fmla="*/ 4512801 w 12198158"/>
              <a:gd name="connsiteY120" fmla="*/ 5256747 h 5453385"/>
              <a:gd name="connsiteX121" fmla="*/ 4425588 w 12198158"/>
              <a:gd name="connsiteY121" fmla="*/ 5245181 h 5453385"/>
              <a:gd name="connsiteX122" fmla="*/ 4314086 w 12198158"/>
              <a:gd name="connsiteY122" fmla="*/ 5250903 h 5453385"/>
              <a:gd name="connsiteX123" fmla="*/ 4312230 w 12198158"/>
              <a:gd name="connsiteY123" fmla="*/ 5249446 h 5453385"/>
              <a:gd name="connsiteX124" fmla="*/ 4292278 w 12198158"/>
              <a:gd name="connsiteY124" fmla="*/ 5247406 h 5453385"/>
              <a:gd name="connsiteX125" fmla="*/ 4287201 w 12198158"/>
              <a:gd name="connsiteY125" fmla="*/ 5250574 h 5453385"/>
              <a:gd name="connsiteX126" fmla="*/ 4273289 w 12198158"/>
              <a:gd name="connsiteY126" fmla="*/ 5250306 h 5453385"/>
              <a:gd name="connsiteX127" fmla="*/ 4245283 w 12198158"/>
              <a:gd name="connsiteY127" fmla="*/ 5252830 h 5453385"/>
              <a:gd name="connsiteX128" fmla="*/ 4199245 w 12198158"/>
              <a:gd name="connsiteY128" fmla="*/ 5249795 h 5453385"/>
              <a:gd name="connsiteX129" fmla="*/ 4198941 w 12198158"/>
              <a:gd name="connsiteY129" fmla="*/ 5248428 h 5453385"/>
              <a:gd name="connsiteX130" fmla="*/ 4188453 w 12198158"/>
              <a:gd name="connsiteY130" fmla="*/ 5242309 h 5453385"/>
              <a:gd name="connsiteX131" fmla="*/ 4139982 w 12198158"/>
              <a:gd name="connsiteY131" fmla="*/ 5225080 h 5453385"/>
              <a:gd name="connsiteX132" fmla="*/ 4080374 w 12198158"/>
              <a:gd name="connsiteY132" fmla="*/ 5196265 h 5453385"/>
              <a:gd name="connsiteX133" fmla="*/ 4071828 w 12198158"/>
              <a:gd name="connsiteY133" fmla="*/ 5195359 h 5453385"/>
              <a:gd name="connsiteX134" fmla="*/ 4071710 w 12198158"/>
              <a:gd name="connsiteY134" fmla="*/ 5195034 h 5453385"/>
              <a:gd name="connsiteX135" fmla="*/ 4056247 w 12198158"/>
              <a:gd name="connsiteY135" fmla="*/ 5193703 h 5453385"/>
              <a:gd name="connsiteX136" fmla="*/ 4039668 w 12198158"/>
              <a:gd name="connsiteY136" fmla="*/ 5191942 h 5453385"/>
              <a:gd name="connsiteX137" fmla="*/ 4034303 w 12198158"/>
              <a:gd name="connsiteY137" fmla="*/ 5189299 h 5453385"/>
              <a:gd name="connsiteX138" fmla="*/ 4032672 w 12198158"/>
              <a:gd name="connsiteY138" fmla="*/ 5185317 h 5453385"/>
              <a:gd name="connsiteX139" fmla="*/ 4031088 w 12198158"/>
              <a:gd name="connsiteY139" fmla="*/ 5185572 h 5453385"/>
              <a:gd name="connsiteX140" fmla="*/ 4001867 w 12198158"/>
              <a:gd name="connsiteY140" fmla="*/ 5171923 h 5453385"/>
              <a:gd name="connsiteX141" fmla="*/ 3934220 w 12198158"/>
              <a:gd name="connsiteY141" fmla="*/ 5152965 h 5453385"/>
              <a:gd name="connsiteX142" fmla="*/ 3894676 w 12198158"/>
              <a:gd name="connsiteY142" fmla="*/ 5146824 h 5453385"/>
              <a:gd name="connsiteX143" fmla="*/ 3787232 w 12198158"/>
              <a:gd name="connsiteY143" fmla="*/ 5124845 h 5453385"/>
              <a:gd name="connsiteX144" fmla="*/ 3680057 w 12198158"/>
              <a:gd name="connsiteY144" fmla="*/ 5098865 h 5453385"/>
              <a:gd name="connsiteX145" fmla="*/ 3607627 w 12198158"/>
              <a:gd name="connsiteY145" fmla="*/ 5063819 h 5453385"/>
              <a:gd name="connsiteX146" fmla="*/ 3601451 w 12198158"/>
              <a:gd name="connsiteY146" fmla="*/ 5065299 h 5453385"/>
              <a:gd name="connsiteX147" fmla="*/ 3592338 w 12198158"/>
              <a:gd name="connsiteY147" fmla="*/ 5065477 h 5453385"/>
              <a:gd name="connsiteX148" fmla="*/ 3592104 w 12198158"/>
              <a:gd name="connsiteY148" fmla="*/ 5065184 h 5453385"/>
              <a:gd name="connsiteX149" fmla="*/ 3583586 w 12198158"/>
              <a:gd name="connsiteY149" fmla="*/ 5065934 h 5453385"/>
              <a:gd name="connsiteX150" fmla="*/ 3533777 w 12198158"/>
              <a:gd name="connsiteY150" fmla="*/ 5055401 h 5453385"/>
              <a:gd name="connsiteX151" fmla="*/ 3470906 w 12198158"/>
              <a:gd name="connsiteY151" fmla="*/ 5051425 h 5453385"/>
              <a:gd name="connsiteX152" fmla="*/ 3398460 w 12198158"/>
              <a:gd name="connsiteY152" fmla="*/ 5038341 h 5453385"/>
              <a:gd name="connsiteX153" fmla="*/ 3361644 w 12198158"/>
              <a:gd name="connsiteY153" fmla="*/ 5056751 h 5453385"/>
              <a:gd name="connsiteX154" fmla="*/ 3341795 w 12198158"/>
              <a:gd name="connsiteY154" fmla="*/ 5058577 h 5453385"/>
              <a:gd name="connsiteX155" fmla="*/ 3339469 w 12198158"/>
              <a:gd name="connsiteY155" fmla="*/ 5057519 h 5453385"/>
              <a:gd name="connsiteX156" fmla="*/ 3260180 w 12198158"/>
              <a:gd name="connsiteY156" fmla="*/ 5063901 h 5453385"/>
              <a:gd name="connsiteX157" fmla="*/ 3140460 w 12198158"/>
              <a:gd name="connsiteY157" fmla="*/ 5072344 h 5453385"/>
              <a:gd name="connsiteX158" fmla="*/ 3028270 w 12198158"/>
              <a:gd name="connsiteY158" fmla="*/ 5075215 h 5453385"/>
              <a:gd name="connsiteX159" fmla="*/ 2779714 w 12198158"/>
              <a:gd name="connsiteY159" fmla="*/ 5098912 h 5453385"/>
              <a:gd name="connsiteX160" fmla="*/ 2649525 w 12198158"/>
              <a:gd name="connsiteY160" fmla="*/ 5134167 h 5453385"/>
              <a:gd name="connsiteX161" fmla="*/ 2566315 w 12198158"/>
              <a:gd name="connsiteY161" fmla="*/ 5081857 h 5453385"/>
              <a:gd name="connsiteX162" fmla="*/ 2441626 w 12198158"/>
              <a:gd name="connsiteY162" fmla="*/ 5096953 h 5453385"/>
              <a:gd name="connsiteX163" fmla="*/ 2313568 w 12198158"/>
              <a:gd name="connsiteY163" fmla="*/ 5106148 h 5453385"/>
              <a:gd name="connsiteX164" fmla="*/ 2207105 w 12198158"/>
              <a:gd name="connsiteY164" fmla="*/ 5100465 h 5453385"/>
              <a:gd name="connsiteX165" fmla="*/ 2093268 w 12198158"/>
              <a:gd name="connsiteY165" fmla="*/ 5082317 h 5453385"/>
              <a:gd name="connsiteX166" fmla="*/ 1996024 w 12198158"/>
              <a:gd name="connsiteY166" fmla="*/ 5073607 h 5453385"/>
              <a:gd name="connsiteX167" fmla="*/ 1926886 w 12198158"/>
              <a:gd name="connsiteY167" fmla="*/ 5097439 h 5453385"/>
              <a:gd name="connsiteX168" fmla="*/ 1920368 w 12198158"/>
              <a:gd name="connsiteY168" fmla="*/ 5092193 h 5453385"/>
              <a:gd name="connsiteX169" fmla="*/ 1871831 w 12198158"/>
              <a:gd name="connsiteY169" fmla="*/ 5093925 h 5453385"/>
              <a:gd name="connsiteX170" fmla="*/ 1785463 w 12198158"/>
              <a:gd name="connsiteY170" fmla="*/ 5123922 h 5453385"/>
              <a:gd name="connsiteX171" fmla="*/ 1737045 w 12198158"/>
              <a:gd name="connsiteY171" fmla="*/ 5118437 h 5453385"/>
              <a:gd name="connsiteX172" fmla="*/ 1673954 w 12198158"/>
              <a:gd name="connsiteY172" fmla="*/ 5100682 h 5453385"/>
              <a:gd name="connsiteX173" fmla="*/ 1602834 w 12198158"/>
              <a:gd name="connsiteY173" fmla="*/ 5117005 h 5453385"/>
              <a:gd name="connsiteX174" fmla="*/ 1490351 w 12198158"/>
              <a:gd name="connsiteY174" fmla="*/ 5089213 h 5453385"/>
              <a:gd name="connsiteX175" fmla="*/ 1149212 w 12198158"/>
              <a:gd name="connsiteY175" fmla="*/ 5040291 h 5453385"/>
              <a:gd name="connsiteX176" fmla="*/ 938574 w 12198158"/>
              <a:gd name="connsiteY176" fmla="*/ 5042902 h 5453385"/>
              <a:gd name="connsiteX177" fmla="*/ 857697 w 12198158"/>
              <a:gd name="connsiteY177" fmla="*/ 5001472 h 5453385"/>
              <a:gd name="connsiteX178" fmla="*/ 836981 w 12198158"/>
              <a:gd name="connsiteY178" fmla="*/ 5002789 h 5453385"/>
              <a:gd name="connsiteX179" fmla="*/ 816264 w 12198158"/>
              <a:gd name="connsiteY179" fmla="*/ 5000656 h 5453385"/>
              <a:gd name="connsiteX180" fmla="*/ 810965 w 12198158"/>
              <a:gd name="connsiteY180" fmla="*/ 5003799 h 5453385"/>
              <a:gd name="connsiteX181" fmla="*/ 796509 w 12198158"/>
              <a:gd name="connsiteY181" fmla="*/ 5003468 h 5453385"/>
              <a:gd name="connsiteX182" fmla="*/ 767389 w 12198158"/>
              <a:gd name="connsiteY182" fmla="*/ 5005865 h 5453385"/>
              <a:gd name="connsiteX183" fmla="*/ 762544 w 12198158"/>
              <a:gd name="connsiteY183" fmla="*/ 5003453 h 5453385"/>
              <a:gd name="connsiteX184" fmla="*/ 719567 w 12198158"/>
              <a:gd name="connsiteY184" fmla="*/ 5002615 h 5453385"/>
              <a:gd name="connsiteX185" fmla="*/ 719262 w 12198158"/>
              <a:gd name="connsiteY185" fmla="*/ 5001245 h 5453385"/>
              <a:gd name="connsiteX186" fmla="*/ 708402 w 12198158"/>
              <a:gd name="connsiteY186" fmla="*/ 4995080 h 5453385"/>
              <a:gd name="connsiteX187" fmla="*/ 596394 w 12198158"/>
              <a:gd name="connsiteY187" fmla="*/ 4948536 h 5453385"/>
              <a:gd name="connsiteX188" fmla="*/ 578149 w 12198158"/>
              <a:gd name="connsiteY188" fmla="*/ 4945656 h 5453385"/>
              <a:gd name="connsiteX189" fmla="*/ 571336 w 12198158"/>
              <a:gd name="connsiteY189" fmla="*/ 4945862 h 5453385"/>
              <a:gd name="connsiteX190" fmla="*/ 444802 w 12198158"/>
              <a:gd name="connsiteY190" fmla="*/ 4904561 h 5453385"/>
              <a:gd name="connsiteX191" fmla="*/ 403746 w 12198158"/>
              <a:gd name="connsiteY191" fmla="*/ 4898238 h 5453385"/>
              <a:gd name="connsiteX192" fmla="*/ 292240 w 12198158"/>
              <a:gd name="connsiteY192" fmla="*/ 4875762 h 5453385"/>
              <a:gd name="connsiteX193" fmla="*/ 118302 w 12198158"/>
              <a:gd name="connsiteY193" fmla="*/ 4819502 h 5453385"/>
              <a:gd name="connsiteX194" fmla="*/ 15516 w 12198158"/>
              <a:gd name="connsiteY194" fmla="*/ 4816401 h 5453385"/>
              <a:gd name="connsiteX195" fmla="*/ 2 w 12198158"/>
              <a:gd name="connsiteY195" fmla="*/ 4810462 h 5453385"/>
              <a:gd name="connsiteX196" fmla="*/ 0 w 12198158"/>
              <a:gd name="connsiteY196" fmla="*/ 0 h 545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</a:cxnLst>
            <a:rect l="l" t="t" r="r" b="b"/>
            <a:pathLst>
              <a:path w="12198158" h="5453385">
                <a:moveTo>
                  <a:pt x="0" y="0"/>
                </a:moveTo>
                <a:lnTo>
                  <a:pt x="12192000" y="0"/>
                </a:lnTo>
                <a:cubicBezTo>
                  <a:pt x="12194053" y="1221522"/>
                  <a:pt x="12196105" y="2919124"/>
                  <a:pt x="12198158" y="4140646"/>
                </a:cubicBezTo>
                <a:lnTo>
                  <a:pt x="12132764" y="4224573"/>
                </a:lnTo>
                <a:cubicBezTo>
                  <a:pt x="12118570" y="4222168"/>
                  <a:pt x="12066475" y="4224132"/>
                  <a:pt x="12053056" y="4225834"/>
                </a:cubicBezTo>
                <a:cubicBezTo>
                  <a:pt x="11951151" y="4199604"/>
                  <a:pt x="11987956" y="4217431"/>
                  <a:pt x="11938513" y="4230448"/>
                </a:cubicBezTo>
                <a:cubicBezTo>
                  <a:pt x="11893437" y="4232310"/>
                  <a:pt x="11892333" y="4244608"/>
                  <a:pt x="11853342" y="4258769"/>
                </a:cubicBezTo>
                <a:lnTo>
                  <a:pt x="11704569" y="4315417"/>
                </a:lnTo>
                <a:cubicBezTo>
                  <a:pt x="11658619" y="4332635"/>
                  <a:pt x="11620159" y="4315855"/>
                  <a:pt x="11577641" y="4362077"/>
                </a:cubicBezTo>
                <a:lnTo>
                  <a:pt x="11508791" y="4445364"/>
                </a:lnTo>
                <a:cubicBezTo>
                  <a:pt x="11460627" y="4447354"/>
                  <a:pt x="11432986" y="4485639"/>
                  <a:pt x="11388373" y="4503521"/>
                </a:cubicBezTo>
                <a:cubicBezTo>
                  <a:pt x="11343278" y="4524338"/>
                  <a:pt x="11314689" y="4523537"/>
                  <a:pt x="11276406" y="4532180"/>
                </a:cubicBezTo>
                <a:cubicBezTo>
                  <a:pt x="11261021" y="4525610"/>
                  <a:pt x="11204601" y="4537598"/>
                  <a:pt x="11190251" y="4549353"/>
                </a:cubicBezTo>
                <a:cubicBezTo>
                  <a:pt x="11148224" y="4547841"/>
                  <a:pt x="11166866" y="4544233"/>
                  <a:pt x="11139995" y="4557892"/>
                </a:cubicBezTo>
                <a:cubicBezTo>
                  <a:pt x="11109018" y="4525549"/>
                  <a:pt x="11068949" y="4553741"/>
                  <a:pt x="11040727" y="4557190"/>
                </a:cubicBezTo>
                <a:cubicBezTo>
                  <a:pt x="11023237" y="4561142"/>
                  <a:pt x="10985662" y="4565638"/>
                  <a:pt x="10969005" y="4567235"/>
                </a:cubicBezTo>
                <a:cubicBezTo>
                  <a:pt x="10940582" y="4566913"/>
                  <a:pt x="10898726" y="4615215"/>
                  <a:pt x="10899772" y="4598938"/>
                </a:cubicBezTo>
                <a:cubicBezTo>
                  <a:pt x="10876619" y="4596205"/>
                  <a:pt x="10869907" y="4629767"/>
                  <a:pt x="10838983" y="4631872"/>
                </a:cubicBezTo>
                <a:cubicBezTo>
                  <a:pt x="10773332" y="4671873"/>
                  <a:pt x="10814211" y="4658049"/>
                  <a:pt x="10769520" y="4674655"/>
                </a:cubicBezTo>
                <a:cubicBezTo>
                  <a:pt x="10724830" y="4691261"/>
                  <a:pt x="10633260" y="4714484"/>
                  <a:pt x="10570843" y="4731505"/>
                </a:cubicBezTo>
                <a:cubicBezTo>
                  <a:pt x="10542692" y="4736734"/>
                  <a:pt x="10551563" y="4762544"/>
                  <a:pt x="10512263" y="4767779"/>
                </a:cubicBezTo>
                <a:cubicBezTo>
                  <a:pt x="10488463" y="4766129"/>
                  <a:pt x="10466846" y="4780729"/>
                  <a:pt x="10439016" y="4770014"/>
                </a:cubicBezTo>
                <a:cubicBezTo>
                  <a:pt x="10429577" y="4765629"/>
                  <a:pt x="10402340" y="4766505"/>
                  <a:pt x="10376941" y="4774192"/>
                </a:cubicBezTo>
                <a:cubicBezTo>
                  <a:pt x="10367909" y="4765279"/>
                  <a:pt x="10340964" y="4774687"/>
                  <a:pt x="10329960" y="4774855"/>
                </a:cubicBezTo>
                <a:cubicBezTo>
                  <a:pt x="10316703" y="4767568"/>
                  <a:pt x="10267890" y="4777414"/>
                  <a:pt x="10254256" y="4785445"/>
                </a:cubicBezTo>
                <a:lnTo>
                  <a:pt x="10119745" y="4797950"/>
                </a:lnTo>
                <a:lnTo>
                  <a:pt x="10075444" y="4800225"/>
                </a:lnTo>
                <a:cubicBezTo>
                  <a:pt x="10067850" y="4797978"/>
                  <a:pt x="10040161" y="4799420"/>
                  <a:pt x="10032543" y="4798418"/>
                </a:cubicBezTo>
                <a:cubicBezTo>
                  <a:pt x="9991791" y="4809387"/>
                  <a:pt x="9977737" y="4809920"/>
                  <a:pt x="9953375" y="4815267"/>
                </a:cubicBezTo>
                <a:cubicBezTo>
                  <a:pt x="9912366" y="4815421"/>
                  <a:pt x="9882148" y="4811947"/>
                  <a:pt x="9841223" y="4822617"/>
                </a:cubicBezTo>
                <a:lnTo>
                  <a:pt x="9721820" y="4844562"/>
                </a:lnTo>
                <a:cubicBezTo>
                  <a:pt x="9668605" y="4834151"/>
                  <a:pt x="9595633" y="4843267"/>
                  <a:pt x="9578114" y="4856964"/>
                </a:cubicBezTo>
                <a:cubicBezTo>
                  <a:pt x="9512605" y="4872467"/>
                  <a:pt x="9409151" y="4900840"/>
                  <a:pt x="9336820" y="4906595"/>
                </a:cubicBezTo>
                <a:lnTo>
                  <a:pt x="9272837" y="4967726"/>
                </a:lnTo>
                <a:lnTo>
                  <a:pt x="9188677" y="4973909"/>
                </a:lnTo>
                <a:lnTo>
                  <a:pt x="9183116" y="4983943"/>
                </a:lnTo>
                <a:lnTo>
                  <a:pt x="9145128" y="4996108"/>
                </a:lnTo>
                <a:lnTo>
                  <a:pt x="9144106" y="4994951"/>
                </a:lnTo>
                <a:cubicBezTo>
                  <a:pt x="9140946" y="4992637"/>
                  <a:pt x="9136985" y="4991451"/>
                  <a:pt x="9131223" y="4992596"/>
                </a:cubicBezTo>
                <a:cubicBezTo>
                  <a:pt x="9132769" y="4971437"/>
                  <a:pt x="9124864" y="4985868"/>
                  <a:pt x="9107733" y="4991112"/>
                </a:cubicBezTo>
                <a:cubicBezTo>
                  <a:pt x="9106313" y="4959420"/>
                  <a:pt x="9062068" y="4996815"/>
                  <a:pt x="9047414" y="4982084"/>
                </a:cubicBezTo>
                <a:lnTo>
                  <a:pt x="8999479" y="4985651"/>
                </a:lnTo>
                <a:lnTo>
                  <a:pt x="8999194" y="4985390"/>
                </a:lnTo>
                <a:cubicBezTo>
                  <a:pt x="8997140" y="4985151"/>
                  <a:pt x="8994323" y="4985508"/>
                  <a:pt x="8990231" y="4986706"/>
                </a:cubicBezTo>
                <a:lnTo>
                  <a:pt x="8984397" y="4988944"/>
                </a:lnTo>
                <a:lnTo>
                  <a:pt x="8968351" y="4992447"/>
                </a:lnTo>
                <a:lnTo>
                  <a:pt x="8962029" y="4991687"/>
                </a:lnTo>
                <a:lnTo>
                  <a:pt x="8957069" y="4989271"/>
                </a:lnTo>
                <a:cubicBezTo>
                  <a:pt x="8948720" y="4997905"/>
                  <a:pt x="8916209" y="5031434"/>
                  <a:pt x="8889695" y="5009620"/>
                </a:cubicBezTo>
                <a:cubicBezTo>
                  <a:pt x="8858762" y="5010728"/>
                  <a:pt x="8783440" y="5002831"/>
                  <a:pt x="8746606" y="5006694"/>
                </a:cubicBezTo>
                <a:cubicBezTo>
                  <a:pt x="8714005" y="5018336"/>
                  <a:pt x="8742361" y="5003500"/>
                  <a:pt x="8702038" y="5008976"/>
                </a:cubicBezTo>
                <a:cubicBezTo>
                  <a:pt x="8665825" y="5030191"/>
                  <a:pt x="8633382" y="5012337"/>
                  <a:pt x="8590337" y="5018285"/>
                </a:cubicBezTo>
                <a:lnTo>
                  <a:pt x="8519543" y="5002167"/>
                </a:lnTo>
                <a:lnTo>
                  <a:pt x="8505306" y="5008590"/>
                </a:lnTo>
                <a:lnTo>
                  <a:pt x="8500493" y="5011849"/>
                </a:lnTo>
                <a:cubicBezTo>
                  <a:pt x="8496977" y="5013779"/>
                  <a:pt x="8494378" y="5014660"/>
                  <a:pt x="8492299" y="5014823"/>
                </a:cubicBezTo>
                <a:lnTo>
                  <a:pt x="8491926" y="5014628"/>
                </a:lnTo>
                <a:lnTo>
                  <a:pt x="8484586" y="5017941"/>
                </a:lnTo>
                <a:lnTo>
                  <a:pt x="8361601" y="5033190"/>
                </a:lnTo>
                <a:cubicBezTo>
                  <a:pt x="8356446" y="5035389"/>
                  <a:pt x="8352158" y="5035011"/>
                  <a:pt x="8348227" y="5033401"/>
                </a:cubicBezTo>
                <a:lnTo>
                  <a:pt x="8346801" y="5032489"/>
                </a:lnTo>
                <a:lnTo>
                  <a:pt x="8308886" y="5051758"/>
                </a:lnTo>
                <a:lnTo>
                  <a:pt x="8289640" y="5066848"/>
                </a:lnTo>
                <a:lnTo>
                  <a:pt x="8278750" y="5073172"/>
                </a:lnTo>
                <a:lnTo>
                  <a:pt x="8277624" y="5077997"/>
                </a:lnTo>
                <a:cubicBezTo>
                  <a:pt x="8275321" y="5081521"/>
                  <a:pt x="8270631" y="5084397"/>
                  <a:pt x="8260561" y="5085789"/>
                </a:cubicBezTo>
                <a:lnTo>
                  <a:pt x="8257864" y="5085539"/>
                </a:lnTo>
                <a:lnTo>
                  <a:pt x="8246529" y="5096229"/>
                </a:lnTo>
                <a:cubicBezTo>
                  <a:pt x="8243357" y="5100410"/>
                  <a:pt x="8241146" y="5105060"/>
                  <a:pt x="8240334" y="5110338"/>
                </a:cubicBezTo>
                <a:cubicBezTo>
                  <a:pt x="8176370" y="5107181"/>
                  <a:pt x="8141696" y="5144237"/>
                  <a:pt x="8084875" y="5160468"/>
                </a:cubicBezTo>
                <a:cubicBezTo>
                  <a:pt x="8020114" y="5185600"/>
                  <a:pt x="7961756" y="5208662"/>
                  <a:pt x="7900134" y="5206050"/>
                </a:cubicBezTo>
                <a:cubicBezTo>
                  <a:pt x="7829893" y="5222245"/>
                  <a:pt x="7775775" y="5224667"/>
                  <a:pt x="7713595" y="5233976"/>
                </a:cubicBezTo>
                <a:lnTo>
                  <a:pt x="7609267" y="5230207"/>
                </a:lnTo>
                <a:lnTo>
                  <a:pt x="7522521" y="5236536"/>
                </a:lnTo>
                <a:lnTo>
                  <a:pt x="7514554" y="5239309"/>
                </a:lnTo>
                <a:cubicBezTo>
                  <a:pt x="7508980" y="5240763"/>
                  <a:pt x="7505163" y="5241143"/>
                  <a:pt x="7502403" y="5240758"/>
                </a:cubicBezTo>
                <a:lnTo>
                  <a:pt x="7502032" y="5240403"/>
                </a:lnTo>
                <a:lnTo>
                  <a:pt x="7490794" y="5242523"/>
                </a:lnTo>
                <a:cubicBezTo>
                  <a:pt x="7471998" y="5246995"/>
                  <a:pt x="7417576" y="5228082"/>
                  <a:pt x="7400450" y="5233721"/>
                </a:cubicBezTo>
                <a:cubicBezTo>
                  <a:pt x="7369869" y="5230518"/>
                  <a:pt x="7329097" y="5229318"/>
                  <a:pt x="7307302" y="5223301"/>
                </a:cubicBezTo>
                <a:lnTo>
                  <a:pt x="7305976" y="5221735"/>
                </a:lnTo>
                <a:lnTo>
                  <a:pt x="7213744" y="5249155"/>
                </a:lnTo>
                <a:lnTo>
                  <a:pt x="7196298" y="5254097"/>
                </a:lnTo>
                <a:lnTo>
                  <a:pt x="7192202" y="5259915"/>
                </a:lnTo>
                <a:cubicBezTo>
                  <a:pt x="7187314" y="5263741"/>
                  <a:pt x="7179713" y="5266064"/>
                  <a:pt x="7166024" y="5264963"/>
                </a:cubicBezTo>
                <a:lnTo>
                  <a:pt x="7092253" y="5278242"/>
                </a:lnTo>
                <a:cubicBezTo>
                  <a:pt x="7056437" y="5279305"/>
                  <a:pt x="7045485" y="5280366"/>
                  <a:pt x="7013814" y="5277836"/>
                </a:cubicBezTo>
                <a:cubicBezTo>
                  <a:pt x="6932900" y="5289715"/>
                  <a:pt x="6939012" y="5315959"/>
                  <a:pt x="6899540" y="5309879"/>
                </a:cubicBezTo>
                <a:cubicBezTo>
                  <a:pt x="6867337" y="5304224"/>
                  <a:pt x="6783460" y="5324938"/>
                  <a:pt x="6703746" y="5340238"/>
                </a:cubicBezTo>
                <a:cubicBezTo>
                  <a:pt x="6644670" y="5350506"/>
                  <a:pt x="6623684" y="5365820"/>
                  <a:pt x="6545085" y="5371489"/>
                </a:cubicBezTo>
                <a:cubicBezTo>
                  <a:pt x="6467836" y="5419370"/>
                  <a:pt x="6405420" y="5393607"/>
                  <a:pt x="6313345" y="5422313"/>
                </a:cubicBezTo>
                <a:cubicBezTo>
                  <a:pt x="6293349" y="5439170"/>
                  <a:pt x="6205149" y="5420498"/>
                  <a:pt x="6164558" y="5424579"/>
                </a:cubicBezTo>
                <a:cubicBezTo>
                  <a:pt x="6123967" y="5428661"/>
                  <a:pt x="6086477" y="5443374"/>
                  <a:pt x="6069796" y="5446801"/>
                </a:cubicBezTo>
                <a:lnTo>
                  <a:pt x="6064481" y="5445132"/>
                </a:lnTo>
                <a:lnTo>
                  <a:pt x="6044602" y="5445873"/>
                </a:lnTo>
                <a:lnTo>
                  <a:pt x="6037252" y="5436807"/>
                </a:lnTo>
                <a:lnTo>
                  <a:pt x="6006081" y="5431276"/>
                </a:lnTo>
                <a:cubicBezTo>
                  <a:pt x="5994678" y="5430638"/>
                  <a:pt x="5932808" y="5417343"/>
                  <a:pt x="5920065" y="5420947"/>
                </a:cubicBezTo>
                <a:cubicBezTo>
                  <a:pt x="5853957" y="5426628"/>
                  <a:pt x="5821185" y="5446593"/>
                  <a:pt x="5755077" y="5452274"/>
                </a:cubicBezTo>
                <a:lnTo>
                  <a:pt x="5623207" y="5453385"/>
                </a:lnTo>
                <a:lnTo>
                  <a:pt x="5467256" y="5438160"/>
                </a:lnTo>
                <a:cubicBezTo>
                  <a:pt x="5474480" y="5424011"/>
                  <a:pt x="5435381" y="5439287"/>
                  <a:pt x="5429137" y="5425939"/>
                </a:cubicBezTo>
                <a:cubicBezTo>
                  <a:pt x="5425747" y="5415044"/>
                  <a:pt x="5388231" y="5409958"/>
                  <a:pt x="5378078" y="5406715"/>
                </a:cubicBezTo>
                <a:lnTo>
                  <a:pt x="5258253" y="5384542"/>
                </a:lnTo>
                <a:cubicBezTo>
                  <a:pt x="5248095" y="5384342"/>
                  <a:pt x="5227061" y="5375318"/>
                  <a:pt x="5219477" y="5372462"/>
                </a:cubicBezTo>
                <a:lnTo>
                  <a:pt x="5171208" y="5369215"/>
                </a:lnTo>
                <a:lnTo>
                  <a:pt x="5153115" y="5361371"/>
                </a:lnTo>
                <a:lnTo>
                  <a:pt x="5139168" y="5357678"/>
                </a:lnTo>
                <a:lnTo>
                  <a:pt x="5136167" y="5355396"/>
                </a:lnTo>
                <a:cubicBezTo>
                  <a:pt x="5130452" y="5351009"/>
                  <a:pt x="5124659" y="5346870"/>
                  <a:pt x="5118243" y="5343610"/>
                </a:cubicBezTo>
                <a:cubicBezTo>
                  <a:pt x="5104912" y="5374690"/>
                  <a:pt x="5061478" y="5321003"/>
                  <a:pt x="5062411" y="5350746"/>
                </a:cubicBezTo>
                <a:cubicBezTo>
                  <a:pt x="5024842" y="5338240"/>
                  <a:pt x="5035586" y="5369830"/>
                  <a:pt x="5008170" y="5332957"/>
                </a:cubicBezTo>
                <a:cubicBezTo>
                  <a:pt x="4933732" y="5333373"/>
                  <a:pt x="4913077" y="5347498"/>
                  <a:pt x="4837210" y="5306875"/>
                </a:cubicBezTo>
                <a:cubicBezTo>
                  <a:pt x="4803536" y="5288802"/>
                  <a:pt x="4780918" y="5276697"/>
                  <a:pt x="4759270" y="5276719"/>
                </a:cubicBezTo>
                <a:cubicBezTo>
                  <a:pt x="4738164" y="5271831"/>
                  <a:pt x="4726328" y="5268766"/>
                  <a:pt x="4720035" y="5266929"/>
                </a:cubicBezTo>
                <a:lnTo>
                  <a:pt x="4718027" y="5266116"/>
                </a:lnTo>
                <a:lnTo>
                  <a:pt x="4718961" y="5265887"/>
                </a:lnTo>
                <a:cubicBezTo>
                  <a:pt x="4717997" y="5265190"/>
                  <a:pt x="4715119" y="5264532"/>
                  <a:pt x="4714055" y="5264507"/>
                </a:cubicBezTo>
                <a:lnTo>
                  <a:pt x="4718027" y="5266116"/>
                </a:lnTo>
                <a:lnTo>
                  <a:pt x="4712381" y="5267501"/>
                </a:lnTo>
                <a:cubicBezTo>
                  <a:pt x="4677029" y="5259947"/>
                  <a:pt x="4521728" y="5259069"/>
                  <a:pt x="4512801" y="5256747"/>
                </a:cubicBezTo>
                <a:cubicBezTo>
                  <a:pt x="4454849" y="5242508"/>
                  <a:pt x="4459685" y="5241703"/>
                  <a:pt x="4425588" y="5245181"/>
                </a:cubicBezTo>
                <a:lnTo>
                  <a:pt x="4314086" y="5250903"/>
                </a:lnTo>
                <a:lnTo>
                  <a:pt x="4312230" y="5249446"/>
                </a:lnTo>
                <a:cubicBezTo>
                  <a:pt x="4303254" y="5245785"/>
                  <a:pt x="4297128" y="5245787"/>
                  <a:pt x="4292278" y="5247406"/>
                </a:cubicBezTo>
                <a:lnTo>
                  <a:pt x="4287201" y="5250574"/>
                </a:lnTo>
                <a:lnTo>
                  <a:pt x="4273289" y="5250306"/>
                </a:lnTo>
                <a:lnTo>
                  <a:pt x="4245283" y="5252830"/>
                </a:lnTo>
                <a:lnTo>
                  <a:pt x="4199245" y="5249795"/>
                </a:lnTo>
                <a:cubicBezTo>
                  <a:pt x="4199145" y="5249339"/>
                  <a:pt x="4199042" y="5248884"/>
                  <a:pt x="4198941" y="5248428"/>
                </a:cubicBezTo>
                <a:cubicBezTo>
                  <a:pt x="4197318" y="5245347"/>
                  <a:pt x="4194344" y="5243046"/>
                  <a:pt x="4188453" y="5242309"/>
                </a:cubicBezTo>
                <a:cubicBezTo>
                  <a:pt x="4201411" y="5223534"/>
                  <a:pt x="4158502" y="5225592"/>
                  <a:pt x="4139982" y="5225080"/>
                </a:cubicBezTo>
                <a:cubicBezTo>
                  <a:pt x="4121969" y="5217406"/>
                  <a:pt x="4096368" y="5202659"/>
                  <a:pt x="4080374" y="5196265"/>
                </a:cubicBezTo>
                <a:lnTo>
                  <a:pt x="4071828" y="5195359"/>
                </a:lnTo>
                <a:cubicBezTo>
                  <a:pt x="4071789" y="5195249"/>
                  <a:pt x="4071748" y="5195142"/>
                  <a:pt x="4071710" y="5195034"/>
                </a:cubicBezTo>
                <a:lnTo>
                  <a:pt x="4056247" y="5193703"/>
                </a:lnTo>
                <a:lnTo>
                  <a:pt x="4039668" y="5191942"/>
                </a:lnTo>
                <a:lnTo>
                  <a:pt x="4034303" y="5189299"/>
                </a:lnTo>
                <a:lnTo>
                  <a:pt x="4032672" y="5185317"/>
                </a:lnTo>
                <a:lnTo>
                  <a:pt x="4031088" y="5185572"/>
                </a:lnTo>
                <a:cubicBezTo>
                  <a:pt x="4018745" y="5190854"/>
                  <a:pt x="4014198" y="5199950"/>
                  <a:pt x="4001867" y="5171923"/>
                </a:cubicBezTo>
                <a:lnTo>
                  <a:pt x="3934220" y="5152965"/>
                </a:lnTo>
                <a:cubicBezTo>
                  <a:pt x="3917894" y="5161353"/>
                  <a:pt x="3905931" y="5156261"/>
                  <a:pt x="3894676" y="5146824"/>
                </a:cubicBezTo>
                <a:cubicBezTo>
                  <a:pt x="3858520" y="5147362"/>
                  <a:pt x="3827077" y="5132300"/>
                  <a:pt x="3787232" y="5124845"/>
                </a:cubicBezTo>
                <a:cubicBezTo>
                  <a:pt x="3738515" y="5108875"/>
                  <a:pt x="3722648" y="5106728"/>
                  <a:pt x="3680057" y="5098865"/>
                </a:cubicBezTo>
                <a:lnTo>
                  <a:pt x="3607627" y="5063819"/>
                </a:lnTo>
                <a:lnTo>
                  <a:pt x="3601451" y="5065299"/>
                </a:lnTo>
                <a:cubicBezTo>
                  <a:pt x="3597182" y="5065971"/>
                  <a:pt x="3594330" y="5065971"/>
                  <a:pt x="3592338" y="5065477"/>
                </a:cubicBezTo>
                <a:lnTo>
                  <a:pt x="3592104" y="5065184"/>
                </a:lnTo>
                <a:lnTo>
                  <a:pt x="3583586" y="5065934"/>
                </a:lnTo>
                <a:cubicBezTo>
                  <a:pt x="3569244" y="5067879"/>
                  <a:pt x="3547025" y="5052459"/>
                  <a:pt x="3533777" y="5055401"/>
                </a:cubicBezTo>
                <a:cubicBezTo>
                  <a:pt x="3511599" y="5050735"/>
                  <a:pt x="3486298" y="5057539"/>
                  <a:pt x="3470906" y="5051425"/>
                </a:cubicBezTo>
                <a:lnTo>
                  <a:pt x="3398460" y="5038341"/>
                </a:lnTo>
                <a:lnTo>
                  <a:pt x="3361644" y="5056751"/>
                </a:lnTo>
                <a:cubicBezTo>
                  <a:pt x="3357618" y="5059246"/>
                  <a:pt x="3351760" y="5060417"/>
                  <a:pt x="3341795" y="5058577"/>
                </a:cubicBezTo>
                <a:lnTo>
                  <a:pt x="3339469" y="5057519"/>
                </a:lnTo>
                <a:cubicBezTo>
                  <a:pt x="3334155" y="5060202"/>
                  <a:pt x="3293348" y="5061429"/>
                  <a:pt x="3260180" y="5063901"/>
                </a:cubicBezTo>
                <a:cubicBezTo>
                  <a:pt x="3207583" y="5066443"/>
                  <a:pt x="3201254" y="5075101"/>
                  <a:pt x="3140460" y="5072344"/>
                </a:cubicBezTo>
                <a:cubicBezTo>
                  <a:pt x="3080635" y="5073679"/>
                  <a:pt x="3070240" y="5080202"/>
                  <a:pt x="3028270" y="5075215"/>
                </a:cubicBezTo>
                <a:lnTo>
                  <a:pt x="2779714" y="5098912"/>
                </a:lnTo>
                <a:cubicBezTo>
                  <a:pt x="2717485" y="5128945"/>
                  <a:pt x="2720552" y="5119560"/>
                  <a:pt x="2649525" y="5134167"/>
                </a:cubicBezTo>
                <a:cubicBezTo>
                  <a:pt x="2585557" y="5069078"/>
                  <a:pt x="2606961" y="5086824"/>
                  <a:pt x="2566315" y="5081857"/>
                </a:cubicBezTo>
                <a:lnTo>
                  <a:pt x="2441626" y="5096953"/>
                </a:lnTo>
                <a:cubicBezTo>
                  <a:pt x="2409973" y="5114937"/>
                  <a:pt x="2352457" y="5082261"/>
                  <a:pt x="2313568" y="5106148"/>
                </a:cubicBezTo>
                <a:cubicBezTo>
                  <a:pt x="2274482" y="5106732"/>
                  <a:pt x="2231693" y="5102177"/>
                  <a:pt x="2207105" y="5100465"/>
                </a:cubicBezTo>
                <a:cubicBezTo>
                  <a:pt x="2170388" y="5096494"/>
                  <a:pt x="2128447" y="5086794"/>
                  <a:pt x="2093268" y="5082317"/>
                </a:cubicBezTo>
                <a:cubicBezTo>
                  <a:pt x="2076153" y="5097096"/>
                  <a:pt x="2044188" y="5072874"/>
                  <a:pt x="1996024" y="5073607"/>
                </a:cubicBezTo>
                <a:cubicBezTo>
                  <a:pt x="1977383" y="5090600"/>
                  <a:pt x="1963539" y="5073894"/>
                  <a:pt x="1926886" y="5097439"/>
                </a:cubicBezTo>
                <a:cubicBezTo>
                  <a:pt x="1925073" y="5095493"/>
                  <a:pt x="1922877" y="5093726"/>
                  <a:pt x="1920368" y="5092193"/>
                </a:cubicBezTo>
                <a:cubicBezTo>
                  <a:pt x="1905804" y="5083294"/>
                  <a:pt x="1884071" y="5084069"/>
                  <a:pt x="1871831" y="5093925"/>
                </a:cubicBezTo>
                <a:cubicBezTo>
                  <a:pt x="1842333" y="5109953"/>
                  <a:pt x="1813480" y="5118399"/>
                  <a:pt x="1785463" y="5123922"/>
                </a:cubicBezTo>
                <a:lnTo>
                  <a:pt x="1737045" y="5118437"/>
                </a:lnTo>
                <a:cubicBezTo>
                  <a:pt x="1718461" y="5114564"/>
                  <a:pt x="1695530" y="5104889"/>
                  <a:pt x="1673954" y="5100682"/>
                </a:cubicBezTo>
                <a:cubicBezTo>
                  <a:pt x="1651606" y="5099374"/>
                  <a:pt x="1622786" y="5130359"/>
                  <a:pt x="1602834" y="5117005"/>
                </a:cubicBezTo>
                <a:cubicBezTo>
                  <a:pt x="1563877" y="5104325"/>
                  <a:pt x="1518595" y="5126212"/>
                  <a:pt x="1490351" y="5089213"/>
                </a:cubicBezTo>
                <a:cubicBezTo>
                  <a:pt x="1412573" y="5073239"/>
                  <a:pt x="1263233" y="5056270"/>
                  <a:pt x="1149212" y="5040291"/>
                </a:cubicBezTo>
                <a:cubicBezTo>
                  <a:pt x="1116338" y="5067215"/>
                  <a:pt x="987159" y="5049373"/>
                  <a:pt x="938574" y="5042902"/>
                </a:cubicBezTo>
                <a:cubicBezTo>
                  <a:pt x="889988" y="5036432"/>
                  <a:pt x="864045" y="4999786"/>
                  <a:pt x="857697" y="5001472"/>
                </a:cubicBezTo>
                <a:lnTo>
                  <a:pt x="836981" y="5002789"/>
                </a:lnTo>
                <a:cubicBezTo>
                  <a:pt x="827680" y="4999087"/>
                  <a:pt x="821314" y="4999060"/>
                  <a:pt x="816264" y="5000656"/>
                </a:cubicBezTo>
                <a:lnTo>
                  <a:pt x="810965" y="5003799"/>
                </a:lnTo>
                <a:lnTo>
                  <a:pt x="796509" y="5003468"/>
                </a:lnTo>
                <a:lnTo>
                  <a:pt x="767389" y="5005865"/>
                </a:lnTo>
                <a:lnTo>
                  <a:pt x="762544" y="5003453"/>
                </a:lnTo>
                <a:lnTo>
                  <a:pt x="719567" y="5002615"/>
                </a:lnTo>
                <a:cubicBezTo>
                  <a:pt x="719467" y="5002159"/>
                  <a:pt x="719363" y="5001702"/>
                  <a:pt x="719262" y="5001245"/>
                </a:cubicBezTo>
                <a:cubicBezTo>
                  <a:pt x="717595" y="4998157"/>
                  <a:pt x="714519" y="4995842"/>
                  <a:pt x="708402" y="4995080"/>
                </a:cubicBezTo>
                <a:cubicBezTo>
                  <a:pt x="687925" y="4986295"/>
                  <a:pt x="618105" y="4956775"/>
                  <a:pt x="596394" y="4948536"/>
                </a:cubicBezTo>
                <a:cubicBezTo>
                  <a:pt x="585891" y="4947886"/>
                  <a:pt x="582326" y="4946102"/>
                  <a:pt x="578149" y="4945656"/>
                </a:cubicBezTo>
                <a:lnTo>
                  <a:pt x="571336" y="4945862"/>
                </a:lnTo>
                <a:cubicBezTo>
                  <a:pt x="549113" y="4939013"/>
                  <a:pt x="472734" y="4912499"/>
                  <a:pt x="444802" y="4904561"/>
                </a:cubicBezTo>
                <a:cubicBezTo>
                  <a:pt x="427780" y="4912871"/>
                  <a:pt x="415383" y="4907726"/>
                  <a:pt x="403746" y="4898238"/>
                </a:cubicBezTo>
                <a:cubicBezTo>
                  <a:pt x="366174" y="4898609"/>
                  <a:pt x="333597" y="4883400"/>
                  <a:pt x="292240" y="4875762"/>
                </a:cubicBezTo>
                <a:lnTo>
                  <a:pt x="118302" y="4819502"/>
                </a:lnTo>
                <a:cubicBezTo>
                  <a:pt x="72181" y="4809609"/>
                  <a:pt x="35232" y="4817908"/>
                  <a:pt x="15516" y="4816401"/>
                </a:cubicBezTo>
                <a:lnTo>
                  <a:pt x="2" y="4810462"/>
                </a:lnTo>
                <a:cubicBezTo>
                  <a:pt x="1" y="3365668"/>
                  <a:pt x="1" y="1444794"/>
                  <a:pt x="0" y="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EB09B36-64D7-F781-B91C-B53F6391F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8708" y="1642316"/>
            <a:ext cx="7688425" cy="2596652"/>
          </a:xfrm>
        </p:spPr>
        <p:txBody>
          <a:bodyPr>
            <a:normAutofit/>
          </a:bodyPr>
          <a:lstStyle/>
          <a:p>
            <a:r>
              <a:rPr kumimoji="1" lang="ja-JP" alt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衣料品レビューの感情予測</a:t>
            </a:r>
            <a:br>
              <a:rPr kumimoji="1" lang="en-US" altLang="ja-JP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kumimoji="1" lang="ja-JP" altLang="en-US" sz="4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および改善点分析</a:t>
            </a:r>
          </a:p>
        </p:txBody>
      </p:sp>
    </p:spTree>
    <p:extLst>
      <p:ext uri="{BB962C8B-B14F-4D97-AF65-F5344CB8AC3E}">
        <p14:creationId xmlns:p14="http://schemas.microsoft.com/office/powerpoint/2010/main" val="422126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5A8E5FC-BD42-A38D-8666-C01775358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本日の発表内容</a:t>
            </a:r>
            <a:endParaRPr kumimoji="1" lang="ja-JP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2B3D22-52C2-142B-2096-09F4322ED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１．序論</a:t>
            </a:r>
            <a:endParaRPr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研究の背景・</a:t>
            </a: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目的 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２．研究方法</a:t>
            </a:r>
            <a:endParaRPr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データセットの概要・前処理・モデル構築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３．結果と分析</a:t>
            </a:r>
            <a:endParaRPr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モデルの評価結果・改善点分析・提案</a:t>
            </a:r>
            <a:endParaRPr kumimoji="1"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４．総括</a:t>
            </a:r>
            <a:endParaRPr lang="en-US" altLang="ja-JP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プロジェクトの総括・今後の課題</a:t>
            </a:r>
          </a:p>
        </p:txBody>
      </p:sp>
    </p:spTree>
    <p:extLst>
      <p:ext uri="{BB962C8B-B14F-4D97-AF65-F5344CB8AC3E}">
        <p14:creationId xmlns:p14="http://schemas.microsoft.com/office/powerpoint/2010/main" val="4060664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A7796-962D-D929-A562-CC33B343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58F85BC-4F2F-BE3E-A9EB-A598B2793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40510C3-301F-DB16-D5C5-0B67AFA3B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A8235A8-BE4D-5ACB-A780-4A6C0251B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研究背景・課題</a:t>
            </a:r>
          </a:p>
        </p:txBody>
      </p:sp>
      <p:graphicFrame>
        <p:nvGraphicFramePr>
          <p:cNvPr id="4" name="コンテンツ プレースホルダー 2">
            <a:extLst>
              <a:ext uri="{FF2B5EF4-FFF2-40B4-BE49-F238E27FC236}">
                <a16:creationId xmlns:a16="http://schemas.microsoft.com/office/drawing/2014/main" id="{2F01692C-ADE4-C055-B95C-3A9A1F42B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592459"/>
              </p:ext>
            </p:extLst>
          </p:nvPr>
        </p:nvGraphicFramePr>
        <p:xfrm>
          <a:off x="1429660" y="2432934"/>
          <a:ext cx="9624008" cy="3876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551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D1EF99E-4FC5-480C-02B5-74FA026D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研究目的・方法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E3C079-ACDA-9252-26DC-48C5111FD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目的</a:t>
            </a:r>
            <a:r>
              <a:rPr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0" indent="0">
              <a:buNone/>
            </a:pP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　衣料品レビューを対象に感情分類を実施．</a:t>
            </a: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　悪評を抽出し，改善点を分析．</a:t>
            </a: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１．レビューテキストを入力とし，感情分類を実施</a:t>
            </a:r>
            <a:endParaRPr kumimoji="1"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２．最適な分析手法を特定するための比較検証を実施</a:t>
            </a: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Logistic</a:t>
            </a: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Regression</a:t>
            </a:r>
          </a:p>
          <a:p>
            <a:pPr lvl="1"/>
            <a:r>
              <a:rPr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Support Vector Machine</a:t>
            </a:r>
          </a:p>
          <a:p>
            <a:pPr lvl="1"/>
            <a:r>
              <a:rPr kumimoji="1" lang="en-US" altLang="ja-JP" sz="1900">
                <a:solidFill>
                  <a:schemeClr val="tx1">
                    <a:lumMod val="85000"/>
                    <a:lumOff val="15000"/>
                  </a:schemeClr>
                </a:solidFill>
              </a:rPr>
              <a:t>Naïve Bayes</a:t>
            </a: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1900">
                <a:solidFill>
                  <a:schemeClr val="tx1">
                    <a:lumMod val="85000"/>
                    <a:lumOff val="15000"/>
                  </a:schemeClr>
                </a:solidFill>
              </a:rPr>
              <a:t>３．抽出された悪評レビューから，改善点提案に向けた分析</a:t>
            </a:r>
            <a:endParaRPr lang="en-US" altLang="ja-JP" sz="1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47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E33C4-3AF3-FCFF-B72B-C4F7D6DB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D2755-45C4-1C54-7B95-BDD591AB2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3B90C60-FF1C-BAB3-F6D4-3712F9A1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4E153B3-E2B5-EAAA-69BF-7185C44A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141" y="269508"/>
            <a:ext cx="9916632" cy="1188720"/>
          </a:xfrm>
        </p:spPr>
        <p:txBody>
          <a:bodyPr>
            <a:normAutofit/>
          </a:bodyPr>
          <a:lstStyle/>
          <a:p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分析プロセス</a:t>
            </a:r>
            <a:endParaRPr kumimoji="1" lang="ja-JP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圆角矩形 30">
            <a:extLst>
              <a:ext uri="{FF2B5EF4-FFF2-40B4-BE49-F238E27FC236}">
                <a16:creationId xmlns:a16="http://schemas.microsoft.com/office/drawing/2014/main" id="{C38C9A0F-8983-903F-C3FE-E131E3C80FE4}"/>
              </a:ext>
            </a:extLst>
          </p:cNvPr>
          <p:cNvSpPr/>
          <p:nvPr/>
        </p:nvSpPr>
        <p:spPr>
          <a:xfrm>
            <a:off x="4881245" y="2800350"/>
            <a:ext cx="3159760" cy="33477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29">
            <a:extLst>
              <a:ext uri="{FF2B5EF4-FFF2-40B4-BE49-F238E27FC236}">
                <a16:creationId xmlns:a16="http://schemas.microsoft.com/office/drawing/2014/main" id="{9BEB772E-3A93-6DC1-EE53-9CF5BDE20C0F}"/>
              </a:ext>
            </a:extLst>
          </p:cNvPr>
          <p:cNvSpPr/>
          <p:nvPr/>
        </p:nvSpPr>
        <p:spPr>
          <a:xfrm>
            <a:off x="1170343" y="2945306"/>
            <a:ext cx="3468372" cy="31007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24">
            <a:extLst>
              <a:ext uri="{FF2B5EF4-FFF2-40B4-BE49-F238E27FC236}">
                <a16:creationId xmlns:a16="http://schemas.microsoft.com/office/drawing/2014/main" id="{08A533D8-6859-5C55-8F9C-65E43B8593C7}"/>
              </a:ext>
            </a:extLst>
          </p:cNvPr>
          <p:cNvSpPr/>
          <p:nvPr/>
        </p:nvSpPr>
        <p:spPr>
          <a:xfrm>
            <a:off x="9983470" y="1488440"/>
            <a:ext cx="1839595" cy="4603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23">
            <a:extLst>
              <a:ext uri="{FF2B5EF4-FFF2-40B4-BE49-F238E27FC236}">
                <a16:creationId xmlns:a16="http://schemas.microsoft.com/office/drawing/2014/main" id="{920619E8-5C69-AD87-A49B-DB7B41F35939}"/>
              </a:ext>
            </a:extLst>
          </p:cNvPr>
          <p:cNvSpPr/>
          <p:nvPr/>
        </p:nvSpPr>
        <p:spPr>
          <a:xfrm>
            <a:off x="8040370" y="1524000"/>
            <a:ext cx="1393825" cy="4603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28">
            <a:extLst>
              <a:ext uri="{FF2B5EF4-FFF2-40B4-BE49-F238E27FC236}">
                <a16:creationId xmlns:a16="http://schemas.microsoft.com/office/drawing/2014/main" id="{21A58EA7-9F54-92B8-8E4D-E60627CB4CEF}"/>
              </a:ext>
            </a:extLst>
          </p:cNvPr>
          <p:cNvSpPr/>
          <p:nvPr/>
        </p:nvSpPr>
        <p:spPr>
          <a:xfrm>
            <a:off x="5868035" y="1524000"/>
            <a:ext cx="1504950" cy="4603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27">
            <a:extLst>
              <a:ext uri="{FF2B5EF4-FFF2-40B4-BE49-F238E27FC236}">
                <a16:creationId xmlns:a16="http://schemas.microsoft.com/office/drawing/2014/main" id="{AB954D2A-1254-09C2-AD5B-B2034F3D7C24}"/>
              </a:ext>
            </a:extLst>
          </p:cNvPr>
          <p:cNvSpPr/>
          <p:nvPr/>
        </p:nvSpPr>
        <p:spPr>
          <a:xfrm>
            <a:off x="715645" y="1524000"/>
            <a:ext cx="1857375" cy="4603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25">
            <a:extLst>
              <a:ext uri="{FF2B5EF4-FFF2-40B4-BE49-F238E27FC236}">
                <a16:creationId xmlns:a16="http://schemas.microsoft.com/office/drawing/2014/main" id="{89C59875-F2B7-89F9-EA5C-E3315A71BDDD}"/>
              </a:ext>
            </a:extLst>
          </p:cNvPr>
          <p:cNvSpPr/>
          <p:nvPr/>
        </p:nvSpPr>
        <p:spPr>
          <a:xfrm>
            <a:off x="3190240" y="1524000"/>
            <a:ext cx="1898650" cy="46037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4">
            <a:extLst>
              <a:ext uri="{FF2B5EF4-FFF2-40B4-BE49-F238E27FC236}">
                <a16:creationId xmlns:a16="http://schemas.microsoft.com/office/drawing/2014/main" id="{F8228895-E8AE-2409-2E3D-C9F33502F63C}"/>
              </a:ext>
            </a:extLst>
          </p:cNvPr>
          <p:cNvSpPr txBox="1"/>
          <p:nvPr/>
        </p:nvSpPr>
        <p:spPr>
          <a:xfrm>
            <a:off x="614045" y="1499870"/>
            <a:ext cx="222504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/>
              <a:t>データ前処理</a:t>
            </a:r>
          </a:p>
        </p:txBody>
      </p:sp>
      <p:sp>
        <p:nvSpPr>
          <p:cNvPr id="14" name="文本框 5">
            <a:extLst>
              <a:ext uri="{FF2B5EF4-FFF2-40B4-BE49-F238E27FC236}">
                <a16:creationId xmlns:a16="http://schemas.microsoft.com/office/drawing/2014/main" id="{AAC251D4-CD03-3C9F-4F10-90708F54D602}"/>
              </a:ext>
            </a:extLst>
          </p:cNvPr>
          <p:cNvSpPr txBox="1"/>
          <p:nvPr/>
        </p:nvSpPr>
        <p:spPr>
          <a:xfrm>
            <a:off x="3089275" y="1499870"/>
            <a:ext cx="2165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/>
              <a:t>テキスト</a:t>
            </a:r>
            <a:r>
              <a:rPr lang="zh-CN" altLang="en-US" sz="2400"/>
              <a:t>処理</a:t>
            </a: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DF9A784C-9EF0-3BF9-DAA3-C065319AA1AA}"/>
              </a:ext>
            </a:extLst>
          </p:cNvPr>
          <p:cNvSpPr txBox="1"/>
          <p:nvPr/>
        </p:nvSpPr>
        <p:spPr>
          <a:xfrm>
            <a:off x="5770880" y="1499870"/>
            <a:ext cx="171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モデル構築</a:t>
            </a:r>
            <a:endParaRPr lang="zh-CN" altLang="en-US" sz="2400" dirty="0"/>
          </a:p>
        </p:txBody>
      </p:sp>
      <p:sp>
        <p:nvSpPr>
          <p:cNvPr id="16" name="文本框 7">
            <a:extLst>
              <a:ext uri="{FF2B5EF4-FFF2-40B4-BE49-F238E27FC236}">
                <a16:creationId xmlns:a16="http://schemas.microsoft.com/office/drawing/2014/main" id="{EFDEC5A7-4D93-B51F-4098-57F2CCAB5F49}"/>
              </a:ext>
            </a:extLst>
          </p:cNvPr>
          <p:cNvSpPr txBox="1"/>
          <p:nvPr/>
        </p:nvSpPr>
        <p:spPr>
          <a:xfrm>
            <a:off x="8004175" y="1499870"/>
            <a:ext cx="150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精度評価</a:t>
            </a:r>
            <a:endParaRPr lang="zh-CN" altLang="en-US" sz="2400" dirty="0"/>
          </a:p>
        </p:txBody>
      </p:sp>
      <p:sp>
        <p:nvSpPr>
          <p:cNvPr id="17" name="文本框 8">
            <a:extLst>
              <a:ext uri="{FF2B5EF4-FFF2-40B4-BE49-F238E27FC236}">
                <a16:creationId xmlns:a16="http://schemas.microsoft.com/office/drawing/2014/main" id="{F0CE36B2-254D-C5ED-24C6-95AD89114FDA}"/>
              </a:ext>
            </a:extLst>
          </p:cNvPr>
          <p:cNvSpPr txBox="1"/>
          <p:nvPr/>
        </p:nvSpPr>
        <p:spPr>
          <a:xfrm>
            <a:off x="9978390" y="1499870"/>
            <a:ext cx="1863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改善点分析</a:t>
            </a:r>
          </a:p>
        </p:txBody>
      </p:sp>
      <p:cxnSp>
        <p:nvCxnSpPr>
          <p:cNvPr id="18" name="直接箭头连接符 9">
            <a:extLst>
              <a:ext uri="{FF2B5EF4-FFF2-40B4-BE49-F238E27FC236}">
                <a16:creationId xmlns:a16="http://schemas.microsoft.com/office/drawing/2014/main" id="{F13360AC-85EA-410A-9A09-AFF8CA6D601C}"/>
              </a:ext>
            </a:extLst>
          </p:cNvPr>
          <p:cNvCxnSpPr/>
          <p:nvPr/>
        </p:nvCxnSpPr>
        <p:spPr>
          <a:xfrm flipV="1">
            <a:off x="2781935" y="1724660"/>
            <a:ext cx="36576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1">
            <a:extLst>
              <a:ext uri="{FF2B5EF4-FFF2-40B4-BE49-F238E27FC236}">
                <a16:creationId xmlns:a16="http://schemas.microsoft.com/office/drawing/2014/main" id="{32837472-6E40-574C-EFE1-06F1F02B979D}"/>
              </a:ext>
            </a:extLst>
          </p:cNvPr>
          <p:cNvCxnSpPr/>
          <p:nvPr/>
        </p:nvCxnSpPr>
        <p:spPr>
          <a:xfrm flipV="1">
            <a:off x="5329555" y="1713230"/>
            <a:ext cx="36576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2">
            <a:extLst>
              <a:ext uri="{FF2B5EF4-FFF2-40B4-BE49-F238E27FC236}">
                <a16:creationId xmlns:a16="http://schemas.microsoft.com/office/drawing/2014/main" id="{70013CB1-9A75-6907-6306-973FC2118791}"/>
              </a:ext>
            </a:extLst>
          </p:cNvPr>
          <p:cNvCxnSpPr/>
          <p:nvPr/>
        </p:nvCxnSpPr>
        <p:spPr>
          <a:xfrm flipV="1">
            <a:off x="7563485" y="1736090"/>
            <a:ext cx="365760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13">
            <a:extLst>
              <a:ext uri="{FF2B5EF4-FFF2-40B4-BE49-F238E27FC236}">
                <a16:creationId xmlns:a16="http://schemas.microsoft.com/office/drawing/2014/main" id="{4E7A02E8-0C29-0EC2-44EF-E7282866BB91}"/>
              </a:ext>
            </a:extLst>
          </p:cNvPr>
          <p:cNvCxnSpPr/>
          <p:nvPr/>
        </p:nvCxnSpPr>
        <p:spPr>
          <a:xfrm flipV="1">
            <a:off x="9585325" y="1713230"/>
            <a:ext cx="393065" cy="114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14">
            <a:extLst>
              <a:ext uri="{FF2B5EF4-FFF2-40B4-BE49-F238E27FC236}">
                <a16:creationId xmlns:a16="http://schemas.microsoft.com/office/drawing/2014/main" id="{B64B90AF-62CA-A3AE-58DE-83E88291BCB7}"/>
              </a:ext>
            </a:extLst>
          </p:cNvPr>
          <p:cNvSpPr txBox="1"/>
          <p:nvPr/>
        </p:nvSpPr>
        <p:spPr>
          <a:xfrm>
            <a:off x="1325245" y="3616554"/>
            <a:ext cx="3286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TF-IDF</a:t>
            </a:r>
          </a:p>
          <a:p>
            <a:pPr algn="ctr"/>
            <a:r>
              <a:rPr lang="zh-CN" altLang="en-US" sz="2000" dirty="0"/>
              <a:t>（</a:t>
            </a:r>
            <a:r>
              <a:rPr lang="ja-JP" altLang="en-US" sz="2000" dirty="0"/>
              <a:t>文を単語単位に分解</a:t>
            </a:r>
            <a:r>
              <a:rPr lang="zh-CN" altLang="en-US" sz="2000" dirty="0"/>
              <a:t>）</a:t>
            </a:r>
          </a:p>
        </p:txBody>
      </p:sp>
      <p:sp>
        <p:nvSpPr>
          <p:cNvPr id="24" name="文本框 16">
            <a:extLst>
              <a:ext uri="{FF2B5EF4-FFF2-40B4-BE49-F238E27FC236}">
                <a16:creationId xmlns:a16="http://schemas.microsoft.com/office/drawing/2014/main" id="{D9B865E6-CF52-759B-39C6-1A092359EDBB}"/>
              </a:ext>
            </a:extLst>
          </p:cNvPr>
          <p:cNvSpPr txBox="1"/>
          <p:nvPr/>
        </p:nvSpPr>
        <p:spPr>
          <a:xfrm>
            <a:off x="5186174" y="3429000"/>
            <a:ext cx="306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ロジスティック</a:t>
            </a:r>
            <a:r>
              <a:rPr lang="zh-CN" altLang="en-US" sz="2000" dirty="0"/>
              <a:t>回帰</a:t>
            </a:r>
          </a:p>
        </p:txBody>
      </p:sp>
      <p:sp>
        <p:nvSpPr>
          <p:cNvPr id="25" name="文本框 17">
            <a:extLst>
              <a:ext uri="{FF2B5EF4-FFF2-40B4-BE49-F238E27FC236}">
                <a16:creationId xmlns:a16="http://schemas.microsoft.com/office/drawing/2014/main" id="{53B41283-23A1-566F-A751-6650F3B94091}"/>
              </a:ext>
            </a:extLst>
          </p:cNvPr>
          <p:cNvSpPr txBox="1"/>
          <p:nvPr/>
        </p:nvSpPr>
        <p:spPr>
          <a:xfrm>
            <a:off x="6072187" y="4243525"/>
            <a:ext cx="777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SVM</a:t>
            </a:r>
          </a:p>
        </p:txBody>
      </p:sp>
      <p:sp>
        <p:nvSpPr>
          <p:cNvPr id="26" name="文本框 18">
            <a:extLst>
              <a:ext uri="{FF2B5EF4-FFF2-40B4-BE49-F238E27FC236}">
                <a16:creationId xmlns:a16="http://schemas.microsoft.com/office/drawing/2014/main" id="{E1C6147C-6117-93DF-3DC7-0E0573B664AA}"/>
              </a:ext>
            </a:extLst>
          </p:cNvPr>
          <p:cNvSpPr txBox="1"/>
          <p:nvPr/>
        </p:nvSpPr>
        <p:spPr>
          <a:xfrm>
            <a:off x="5463540" y="5058051"/>
            <a:ext cx="2712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ナイーブベイズ</a:t>
            </a:r>
          </a:p>
        </p:txBody>
      </p:sp>
      <p:sp>
        <p:nvSpPr>
          <p:cNvPr id="27" name="右大括号 19">
            <a:extLst>
              <a:ext uri="{FF2B5EF4-FFF2-40B4-BE49-F238E27FC236}">
                <a16:creationId xmlns:a16="http://schemas.microsoft.com/office/drawing/2014/main" id="{DE04A030-E923-EB95-B75F-9EEECEE776AA}"/>
              </a:ext>
            </a:extLst>
          </p:cNvPr>
          <p:cNvSpPr/>
          <p:nvPr/>
        </p:nvSpPr>
        <p:spPr>
          <a:xfrm>
            <a:off x="8054340" y="2784475"/>
            <a:ext cx="554355" cy="32543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文本框 20">
            <a:extLst>
              <a:ext uri="{FF2B5EF4-FFF2-40B4-BE49-F238E27FC236}">
                <a16:creationId xmlns:a16="http://schemas.microsoft.com/office/drawing/2014/main" id="{D15C0C51-E75E-7F4F-526A-DFE755A657EB}"/>
              </a:ext>
            </a:extLst>
          </p:cNvPr>
          <p:cNvSpPr txBox="1"/>
          <p:nvPr/>
        </p:nvSpPr>
        <p:spPr>
          <a:xfrm>
            <a:off x="8577898" y="2934652"/>
            <a:ext cx="3313430" cy="9886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ja-JP" sz="2400" dirty="0">
                <a:sym typeface="+mn-ea"/>
              </a:rPr>
              <a:t>①</a:t>
            </a:r>
            <a:r>
              <a:rPr lang="ja-JP" altLang="en-US" sz="2400" dirty="0">
                <a:sym typeface="+mn-ea"/>
              </a:rPr>
              <a:t>ロジスティック</a:t>
            </a:r>
            <a:r>
              <a:rPr lang="zh-CN" altLang="en-US" sz="2400" dirty="0">
                <a:sym typeface="+mn-ea"/>
              </a:rPr>
              <a:t>回帰</a:t>
            </a:r>
            <a:r>
              <a:rPr lang="ja-JP" altLang="en-US" sz="2400" dirty="0">
                <a:sym typeface="+mn-ea"/>
              </a:rPr>
              <a:t>　</a:t>
            </a:r>
            <a:endParaRPr lang="en-US" altLang="ja-JP" sz="2400" dirty="0">
              <a:sym typeface="+mn-ea"/>
            </a:endParaRPr>
          </a:p>
          <a:p>
            <a:r>
              <a:rPr lang="ja-JP" altLang="en-US" sz="2400" dirty="0">
                <a:sym typeface="+mn-ea"/>
              </a:rPr>
              <a:t>　</a:t>
            </a:r>
            <a:r>
              <a:rPr lang="en-US" altLang="zh-CN" sz="2400" dirty="0">
                <a:sym typeface="+mn-ea"/>
              </a:rPr>
              <a:t>+TF-IDF</a:t>
            </a:r>
            <a:endParaRPr lang="en-US" altLang="zh-CN" sz="2400" dirty="0"/>
          </a:p>
          <a:p>
            <a:endParaRPr lang="en-US" altLang="zh-CN" sz="2400" dirty="0">
              <a:sym typeface="+mn-ea"/>
            </a:endParaRPr>
          </a:p>
        </p:txBody>
      </p:sp>
      <p:sp>
        <p:nvSpPr>
          <p:cNvPr id="29" name="文本框 21">
            <a:extLst>
              <a:ext uri="{FF2B5EF4-FFF2-40B4-BE49-F238E27FC236}">
                <a16:creationId xmlns:a16="http://schemas.microsoft.com/office/drawing/2014/main" id="{79A12DAA-D0F1-FAD2-A941-074BB691E02A}"/>
              </a:ext>
            </a:extLst>
          </p:cNvPr>
          <p:cNvSpPr txBox="1"/>
          <p:nvPr/>
        </p:nvSpPr>
        <p:spPr>
          <a:xfrm>
            <a:off x="8622030" y="4254153"/>
            <a:ext cx="2351405" cy="4603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②</a:t>
            </a:r>
            <a:r>
              <a:rPr lang="en-US" altLang="zh-CN" sz="2400" dirty="0"/>
              <a:t>SVM+</a:t>
            </a:r>
            <a:r>
              <a:rPr lang="en-US" altLang="zh-CN" sz="2400" dirty="0">
                <a:sym typeface="+mn-ea"/>
              </a:rPr>
              <a:t>BERT</a:t>
            </a:r>
            <a:endParaRPr lang="en-US" altLang="zh-CN" sz="2400" dirty="0"/>
          </a:p>
        </p:txBody>
      </p:sp>
      <p:sp>
        <p:nvSpPr>
          <p:cNvPr id="30" name="文本框 22">
            <a:extLst>
              <a:ext uri="{FF2B5EF4-FFF2-40B4-BE49-F238E27FC236}">
                <a16:creationId xmlns:a16="http://schemas.microsoft.com/office/drawing/2014/main" id="{5118A631-F73D-0776-2B28-97FE640A0EAE}"/>
              </a:ext>
            </a:extLst>
          </p:cNvPr>
          <p:cNvSpPr txBox="1"/>
          <p:nvPr/>
        </p:nvSpPr>
        <p:spPr>
          <a:xfrm>
            <a:off x="8608695" y="5168575"/>
            <a:ext cx="2712085" cy="8807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noAutofit/>
          </a:bodyPr>
          <a:lstStyle/>
          <a:p>
            <a:r>
              <a:rPr lang="zh-CN" altLang="ja-JP" sz="2400" dirty="0"/>
              <a:t>③</a:t>
            </a:r>
            <a:r>
              <a:rPr lang="ja-JP" altLang="en-US" sz="2400" dirty="0"/>
              <a:t>ナイーブベイズ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/>
              <a:t>+</a:t>
            </a:r>
            <a:r>
              <a:rPr lang="en-US" altLang="zh-CN" sz="2400" dirty="0">
                <a:sym typeface="+mn-ea"/>
              </a:rPr>
              <a:t>TF-IDF</a:t>
            </a:r>
            <a:endParaRPr lang="en-US" altLang="zh-CN" sz="2400" dirty="0"/>
          </a:p>
          <a:p>
            <a:endParaRPr lang="en-US" altLang="ja-JP" sz="2400" dirty="0"/>
          </a:p>
        </p:txBody>
      </p:sp>
      <p:sp>
        <p:nvSpPr>
          <p:cNvPr id="31" name="下箭头 32">
            <a:extLst>
              <a:ext uri="{FF2B5EF4-FFF2-40B4-BE49-F238E27FC236}">
                <a16:creationId xmlns:a16="http://schemas.microsoft.com/office/drawing/2014/main" id="{75161C78-8022-9873-3B18-E76CC78703FD}"/>
              </a:ext>
            </a:extLst>
          </p:cNvPr>
          <p:cNvSpPr/>
          <p:nvPr/>
        </p:nvSpPr>
        <p:spPr>
          <a:xfrm>
            <a:off x="3336290" y="2256155"/>
            <a:ext cx="459740" cy="560705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下箭头 33">
            <a:extLst>
              <a:ext uri="{FF2B5EF4-FFF2-40B4-BE49-F238E27FC236}">
                <a16:creationId xmlns:a16="http://schemas.microsoft.com/office/drawing/2014/main" id="{91C38616-BFB7-DF25-40D9-B17E8B49CD30}"/>
              </a:ext>
            </a:extLst>
          </p:cNvPr>
          <p:cNvSpPr/>
          <p:nvPr/>
        </p:nvSpPr>
        <p:spPr>
          <a:xfrm>
            <a:off x="6322695" y="2188845"/>
            <a:ext cx="459740" cy="577850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8A21ACD-A45D-647E-A37E-ABD77E6D9CB2}"/>
              </a:ext>
            </a:extLst>
          </p:cNvPr>
          <p:cNvSpPr txBox="1"/>
          <p:nvPr/>
        </p:nvSpPr>
        <p:spPr>
          <a:xfrm>
            <a:off x="1529794" y="4715744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000" dirty="0"/>
              <a:t>BERT</a:t>
            </a:r>
          </a:p>
          <a:p>
            <a:pPr algn="ctr"/>
            <a:r>
              <a:rPr kumimoji="1" lang="ja-JP" altLang="en-US" sz="2000" dirty="0"/>
              <a:t>文脈を加味した</a:t>
            </a:r>
            <a:endParaRPr kumimoji="1" lang="en-US" altLang="ja-JP" sz="2000" dirty="0"/>
          </a:p>
          <a:p>
            <a:pPr algn="ctr"/>
            <a:r>
              <a:rPr kumimoji="1" lang="ja-JP" altLang="en-US" sz="2000" dirty="0"/>
              <a:t>高次元ベクトルへ変換</a:t>
            </a:r>
          </a:p>
        </p:txBody>
      </p:sp>
    </p:spTree>
    <p:extLst>
      <p:ext uri="{BB962C8B-B14F-4D97-AF65-F5344CB8AC3E}">
        <p14:creationId xmlns:p14="http://schemas.microsoft.com/office/powerpoint/2010/main" val="136785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B285DE4-1BB4-FDDA-9FC6-21B5B5801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データセット概要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8BB622-3851-A8E0-F6B4-097DA0207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データセット概要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0" indent="0">
              <a:buNone/>
            </a:pP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Kaggle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公開の衣料品レビューデータセットを使用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・レビュー件数：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23486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件</a:t>
            </a:r>
            <a:endParaRPr kumimoji="1"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・特徴量：全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種類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kumimoji="1"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主に使用する変数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0" indent="0">
              <a:buNone/>
            </a:pP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Review Text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：レビュー本文</a:t>
            </a:r>
            <a:endParaRPr kumimoji="1"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Rating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：星評価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1~5</a:t>
            </a:r>
          </a:p>
          <a:p>
            <a:pPr marL="0" indent="0">
              <a:buNone/>
            </a:pP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・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Recommended IND (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推奨１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/</a:t>
            </a:r>
            <a:r>
              <a:rPr kumimoji="1"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非推奨</a:t>
            </a:r>
            <a:r>
              <a:rPr kumimoji="1"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0)</a:t>
            </a:r>
          </a:p>
          <a:p>
            <a:pPr marL="0" indent="0">
              <a:buNone/>
            </a:pP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・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anose="05000000000000000000" pitchFamily="2" charset="2"/>
              </a:rPr>
              <a:t>Division Name/Department Name/Class Name</a:t>
            </a:r>
            <a:endParaRPr kumimoji="1" lang="ja-JP" alt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81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5238F00-BE1F-B64D-1229-C7A002DF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データの前処理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5B387D-E77B-74CA-0E9E-F8764951F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6" y="2431767"/>
            <a:ext cx="14346977" cy="3685156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１．欠損値処理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Review Text, Rating, Recommended IND, 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Division Name, Department Name, Class Name</a:t>
            </a: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に欠損値を含むデータを削除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２．論理的一貫性の検証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Rating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と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Recommended IND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の関係に基づき，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以下の条件に合致しないレビューを学習から除外</a:t>
            </a:r>
            <a:endParaRPr lang="ja-JP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Rating&gt;3 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かつ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Recommended IND =1</a:t>
            </a:r>
            <a:endParaRPr lang="ja-JP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</a:t>
            </a:r>
            <a:r>
              <a:rPr lang="ja-JP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Rating</a:t>
            </a:r>
            <a:r>
              <a:rPr lang="ja-JP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≦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</a:t>
            </a:r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かつ</a:t>
            </a:r>
            <a:r>
              <a:rPr lang="en-US" altLang="ja-JP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Recommended IND=0</a:t>
            </a:r>
          </a:p>
          <a:p>
            <a:endParaRPr kumimoji="1" lang="ja-JP" alt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979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6F8D5C2-6888-6649-3864-721575ABA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前処理結果：不均衡データへの対応</a:t>
            </a:r>
            <a:endParaRPr kumimoji="1" lang="ja-JP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261076-59B4-0BD4-411B-C93AD3820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315" y="2453801"/>
            <a:ext cx="9367353" cy="3685156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前処理結果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データ数：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23486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⇒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21162</a:t>
            </a:r>
          </a:p>
          <a:p>
            <a:pPr marL="457200" lvl="1" indent="0">
              <a:buNone/>
            </a:pP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Positive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Negative = 17248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3914 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⇒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約８：２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⇒単純学習では悪評を見逃す可能性が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データ不均衡への対応策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モデルの特徴を考慮し，以下の対応をした．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SMOTE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や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Weight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をモデルの性質に合わせて使用する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9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928F7AE-B503-FF7B-E31C-D3B73616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モデル構築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6698D-9E7C-5753-DC82-53682FEA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6" y="2431767"/>
            <a:ext cx="9095681" cy="4035134"/>
          </a:xfrm>
        </p:spPr>
        <p:txBody>
          <a:bodyPr anchor="ctr">
            <a:normAutofit fontScale="47500" lnSpcReduction="20000"/>
          </a:bodyPr>
          <a:lstStyle/>
          <a:p>
            <a:pPr marL="0" indent="0">
              <a:buNone/>
            </a:pP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共通設定</a:t>
            </a: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レビューテキストを入力として感情分類モデルを構築した。</a:t>
            </a:r>
          </a:p>
          <a:p>
            <a:endParaRPr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kumimoji="1"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モデル性能の比較検証</a:t>
            </a: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</a:p>
          <a:p>
            <a:pPr marL="0" indent="0">
              <a:buNone/>
            </a:pPr>
            <a:r>
              <a:rPr kumimoji="1"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「性能」</a:t>
            </a:r>
            <a:endParaRPr kumimoji="1"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Naïve Bayes</a:t>
            </a:r>
            <a:r>
              <a:rPr kumimoji="1"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と</a:t>
            </a:r>
            <a:r>
              <a:rPr kumimoji="1"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Logistic Regression</a:t>
            </a:r>
          </a:p>
          <a:p>
            <a:pPr marL="0" indent="0">
              <a:buNone/>
            </a:pP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特徴量が同じ</a:t>
            </a: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TF-IDF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という条件の下，</a:t>
            </a:r>
            <a:endParaRPr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「識別モデル」と「生成モデル」という観点から比較</a:t>
            </a:r>
            <a:endParaRPr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「解釈性」</a:t>
            </a:r>
            <a:endParaRPr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TF-IDF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と</a:t>
            </a: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BERT</a:t>
            </a:r>
          </a:p>
          <a:p>
            <a:pPr marL="0" indent="0">
              <a:buNone/>
            </a:pPr>
            <a:r>
              <a:rPr lang="en-US" altLang="ja-JP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  <a:r>
              <a:rPr lang="ja-JP" altLang="en-US" sz="4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特徴量の違いによる比較</a:t>
            </a:r>
            <a:endParaRPr lang="en-US" altLang="ja-JP" sz="4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sz="1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　　　</a:t>
            </a:r>
            <a:endParaRPr kumimoji="1" lang="en-US" altLang="ja-JP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861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96407A0-B407-23B7-1962-4101CDE4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9154"/>
            <a:ext cx="4607257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ja-JP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分類精度におけるモデル比較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015BEBB-1EB1-17A3-3DFD-6E7D81798EA5}"/>
              </a:ext>
            </a:extLst>
          </p:cNvPr>
          <p:cNvSpPr txBox="1"/>
          <p:nvPr/>
        </p:nvSpPr>
        <p:spPr>
          <a:xfrm>
            <a:off x="135253" y="3840113"/>
            <a:ext cx="4249460" cy="1954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悪評の網羅的検出には</a:t>
            </a:r>
            <a:endParaRPr kumimoji="1" lang="en-US" altLang="ja-JP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sz="2000" dirty="0"/>
              <a:t>　</a:t>
            </a:r>
            <a:r>
              <a:rPr kumimoji="1" lang="en-US" altLang="ja-JP" sz="2000" dirty="0"/>
              <a:t>TF-IDF</a:t>
            </a:r>
            <a:r>
              <a:rPr lang="ja-JP" altLang="en-US" sz="2000" dirty="0"/>
              <a:t>系モデル</a:t>
            </a:r>
            <a:endParaRPr lang="en-US" altLang="ja-JP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 dirty="0"/>
              <a:t>文脈理解による精密な検出には　　</a:t>
            </a:r>
            <a:endParaRPr lang="en-US" altLang="ja-JP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ja-JP" altLang="en-US" sz="2000" dirty="0"/>
              <a:t>　</a:t>
            </a:r>
            <a:r>
              <a:rPr lang="en-US" altLang="ja-JP" sz="2000" dirty="0"/>
              <a:t>BERT</a:t>
            </a:r>
            <a:r>
              <a:rPr lang="ja-JP" altLang="en-US" sz="2000" dirty="0"/>
              <a:t>が適している</a:t>
            </a:r>
            <a:endParaRPr kumimoji="1" lang="en-US" altLang="ja-JP" sz="2000" dirty="0"/>
          </a:p>
        </p:txBody>
      </p:sp>
      <p:pic>
        <p:nvPicPr>
          <p:cNvPr id="8" name="コンテンツ プレースホルダー 7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70416B4-45A1-D56C-2FF1-5F6C79214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0401" y="2067032"/>
            <a:ext cx="6701051" cy="275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1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4797AD8-3408-5A9F-6C02-C9B8C9A0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24" y="101098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改善点分析結果（</a:t>
            </a:r>
            <a:r>
              <a:rPr lang="en-US" altLang="ja-JP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Logistic / SVM</a:t>
            </a:r>
            <a:r>
              <a:rPr lang="ja-JP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</a:t>
            </a:r>
            <a:endParaRPr kumimoji="1" lang="en-US" altLang="ja-JP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8FA272-944C-1BFE-81A1-BD5AACE67328}"/>
              </a:ext>
            </a:extLst>
          </p:cNvPr>
          <p:cNvSpPr txBox="1"/>
          <p:nvPr/>
        </p:nvSpPr>
        <p:spPr>
          <a:xfrm>
            <a:off x="2262304" y="4959813"/>
            <a:ext cx="10596161" cy="3917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sz="2000" b="1" dirty="0"/>
              <a:t>手法比較による示唆</a:t>
            </a:r>
            <a:endParaRPr lang="en-US" altLang="ja-JP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dirty="0"/>
              <a:t>Logistic</a:t>
            </a:r>
            <a:r>
              <a:rPr lang="ja-JP" altLang="en-US" sz="2000" dirty="0"/>
              <a:t>：不満の全体傾向把握に有効 </a:t>
            </a:r>
            <a:endParaRPr lang="en-US" altLang="ja-JP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dirty="0"/>
              <a:t>BERT</a:t>
            </a:r>
            <a:r>
              <a:rPr lang="ja-JP" altLang="en-US" sz="2000" dirty="0"/>
              <a:t>：具体的・文脈依存の品質問題を抽出可能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sz="2000" dirty="0"/>
              <a:t>▶ </a:t>
            </a:r>
            <a:r>
              <a:rPr lang="ja-JP" altLang="en-US" sz="2000" b="1" dirty="0"/>
              <a:t>改善提案</a:t>
            </a:r>
            <a:r>
              <a:rPr lang="ja-JP" altLang="en-US" sz="2000" dirty="0"/>
              <a:t>：</a:t>
            </a:r>
            <a:br>
              <a:rPr lang="ja-JP" altLang="en-US" sz="2000" dirty="0"/>
            </a:br>
            <a:r>
              <a:rPr lang="ja-JP" altLang="en-US" sz="2000" dirty="0"/>
              <a:t>「</a:t>
            </a:r>
            <a:r>
              <a:rPr lang="en-US" altLang="ja-JP" sz="2000" dirty="0"/>
              <a:t>TF-IDF</a:t>
            </a:r>
            <a:r>
              <a:rPr lang="ja-JP" altLang="en-US" sz="2000" dirty="0"/>
              <a:t>系で広く検知 → </a:t>
            </a:r>
            <a:r>
              <a:rPr lang="en-US" altLang="ja-JP" sz="2000" dirty="0"/>
              <a:t>BERT</a:t>
            </a:r>
            <a:r>
              <a:rPr lang="ja-JP" altLang="en-US" sz="2000" dirty="0"/>
              <a:t>で詳細分析」の併用が有効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ja-JP" sz="20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ED6461E8-F0B3-43E7-D0CA-9E0E5E0425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919593"/>
              </p:ext>
            </p:extLst>
          </p:nvPr>
        </p:nvGraphicFramePr>
        <p:xfrm>
          <a:off x="2049392" y="1428670"/>
          <a:ext cx="8093216" cy="328591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99117">
                  <a:extLst>
                    <a:ext uri="{9D8B030D-6E8A-4147-A177-3AD203B41FA5}">
                      <a16:colId xmlns:a16="http://schemas.microsoft.com/office/drawing/2014/main" val="1732722050"/>
                    </a:ext>
                  </a:extLst>
                </a:gridCol>
                <a:gridCol w="3533942">
                  <a:extLst>
                    <a:ext uri="{9D8B030D-6E8A-4147-A177-3AD203B41FA5}">
                      <a16:colId xmlns:a16="http://schemas.microsoft.com/office/drawing/2014/main" val="1793524194"/>
                    </a:ext>
                  </a:extLst>
                </a:gridCol>
                <a:gridCol w="3460157">
                  <a:extLst>
                    <a:ext uri="{9D8B030D-6E8A-4147-A177-3AD203B41FA5}">
                      <a16:colId xmlns:a16="http://schemas.microsoft.com/office/drawing/2014/main" val="3725062392"/>
                    </a:ext>
                  </a:extLst>
                </a:gridCol>
              </a:tblGrid>
              <a:tr h="445916">
                <a:tc>
                  <a:txBody>
                    <a:bodyPr/>
                    <a:lstStyle/>
                    <a:p>
                      <a:endParaRPr kumimoji="1" lang="ja-JP" altLang="en-US" sz="14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66976" marR="47839" marT="95680" marB="9568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cap="none" spc="0">
                          <a:solidFill>
                            <a:schemeClr val="bg1"/>
                          </a:solidFill>
                        </a:rPr>
                        <a:t>Logistic</a:t>
                      </a:r>
                      <a:endParaRPr kumimoji="1" lang="ja-JP" altLang="en-US" sz="14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66976" marR="47839" marT="95680" marB="9568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b="1" cap="none" spc="0">
                          <a:solidFill>
                            <a:schemeClr val="bg1"/>
                          </a:solidFill>
                        </a:rPr>
                        <a:t>SVM</a:t>
                      </a:r>
                      <a:endParaRPr kumimoji="1" lang="ja-JP" altLang="en-US" sz="1400" b="1" cap="none" spc="0">
                        <a:solidFill>
                          <a:schemeClr val="bg1"/>
                        </a:solidFill>
                      </a:endParaRPr>
                    </a:p>
                  </a:txBody>
                  <a:tcPr marL="66976" marR="47839" marT="95680" marB="95680" anchor="ctr"/>
                </a:tc>
                <a:extLst>
                  <a:ext uri="{0D108BD9-81ED-4DB2-BD59-A6C34878D82A}">
                    <a16:rowId xmlns:a16="http://schemas.microsoft.com/office/drawing/2014/main" val="1876467163"/>
                  </a:ext>
                </a:extLst>
              </a:tr>
              <a:tr h="988374">
                <a:tc>
                  <a:txBody>
                    <a:bodyPr/>
                    <a:lstStyle/>
                    <a:p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カテゴリ別</a:t>
                      </a: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全カテゴリ共通の課題：</a:t>
                      </a:r>
                      <a:r>
                        <a:rPr lang="en-US" altLang="ja-JP" sz="1200" b="1" cap="none" spc="0" dirty="0">
                          <a:solidFill>
                            <a:schemeClr val="tx1"/>
                          </a:solidFill>
                        </a:rPr>
                        <a:t>size / fit / look</a:t>
                      </a:r>
                    </a:p>
                    <a:p>
                      <a:pPr lvl="1" algn="l"/>
                      <a:r>
                        <a:rPr lang="en-US" altLang="ja-JP" sz="1200" cap="none" spc="0" dirty="0">
                          <a:solidFill>
                            <a:schemeClr val="tx1"/>
                          </a:solidFill>
                        </a:rPr>
                        <a:t>Petite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では </a:t>
                      </a: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</a:rPr>
                        <a:t>袖・ウエスト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 の不満</a:t>
                      </a:r>
                    </a:p>
                    <a:p>
                      <a:pPr algn="ctr"/>
                      <a:endParaRPr kumimoji="1" lang="ja-JP" alt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cap="none" spc="0">
                          <a:solidFill>
                            <a:schemeClr val="tx1"/>
                          </a:solidFill>
                        </a:rPr>
                        <a:t>Dress</a:t>
                      </a:r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kumimoji="1" lang="en-US" altLang="ja-JP" sz="1200" cap="none" spc="0">
                          <a:solidFill>
                            <a:schemeClr val="tx1"/>
                          </a:solidFill>
                        </a:rPr>
                        <a:t>zipper</a:t>
                      </a:r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に問題あり</a:t>
                      </a:r>
                      <a:endParaRPr kumimoji="1" lang="en-US" altLang="ja-JP" sz="1200" cap="none" spc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　　　  サイズが小さい</a:t>
                      </a:r>
                    </a:p>
                  </a:txBody>
                  <a:tcPr marL="66976" marR="47839" marT="47839" marB="95680"/>
                </a:tc>
                <a:extLst>
                  <a:ext uri="{0D108BD9-81ED-4DB2-BD59-A6C34878D82A}">
                    <a16:rowId xmlns:a16="http://schemas.microsoft.com/office/drawing/2014/main" val="1233154199"/>
                  </a:ext>
                </a:extLst>
              </a:tr>
              <a:tr h="1112074">
                <a:tc>
                  <a:txBody>
                    <a:bodyPr/>
                    <a:lstStyle/>
                    <a:p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年齢層別</a:t>
                      </a: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pPr lvl="1"/>
                      <a:r>
                        <a:rPr lang="en-US" altLang="ja-JP" sz="1200" cap="none" spc="0" dirty="0">
                          <a:solidFill>
                            <a:schemeClr val="tx1"/>
                          </a:solidFill>
                        </a:rPr>
                        <a:t>30〜50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代：</a:t>
                      </a: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</a:rPr>
                        <a:t>サイズの小ささ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が最多</a:t>
                      </a:r>
                    </a:p>
                    <a:p>
                      <a:pPr lvl="1"/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高年齢層ほど </a:t>
                      </a:r>
                      <a:r>
                        <a:rPr lang="ja-JP" altLang="en-US" sz="1200" b="1" cap="none" spc="0" dirty="0">
                          <a:solidFill>
                            <a:schemeClr val="tx1"/>
                          </a:solidFill>
                        </a:rPr>
                        <a:t>快適性・品質重視</a:t>
                      </a:r>
                      <a:r>
                        <a:rPr lang="ja-JP" altLang="en-US" sz="1200" cap="none" spc="0" dirty="0">
                          <a:solidFill>
                            <a:schemeClr val="tx1"/>
                          </a:solidFill>
                        </a:rPr>
                        <a:t> へ移行</a:t>
                      </a:r>
                    </a:p>
                    <a:p>
                      <a:pPr algn="l"/>
                      <a:endParaRPr kumimoji="1" lang="ja-JP" altLang="en-US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年齢が高くなるにつれて，「外見やデザイン」重視から「着用時の快適性や品質重視」へ移行</a:t>
                      </a:r>
                    </a:p>
                  </a:txBody>
                  <a:tcPr marL="66976" marR="47839" marT="47839" marB="95680"/>
                </a:tc>
                <a:extLst>
                  <a:ext uri="{0D108BD9-81ED-4DB2-BD59-A6C34878D82A}">
                    <a16:rowId xmlns:a16="http://schemas.microsoft.com/office/drawing/2014/main" val="366587672"/>
                  </a:ext>
                </a:extLst>
              </a:tr>
              <a:tr h="739553">
                <a:tc>
                  <a:txBody>
                    <a:bodyPr/>
                    <a:lstStyle/>
                    <a:p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深刻度別</a:t>
                      </a: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cap="none" spc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重度：</a:t>
                      </a:r>
                      <a:r>
                        <a:rPr kumimoji="1" lang="en-US" altLang="ja-JP" sz="1200" b="1" cap="none" spc="0">
                          <a:solidFill>
                            <a:schemeClr val="tx1"/>
                          </a:solidFill>
                        </a:rPr>
                        <a:t>dress/look/top/fit</a:t>
                      </a:r>
                    </a:p>
                    <a:p>
                      <a:r>
                        <a:rPr kumimoji="1" lang="en-US" altLang="ja-JP" sz="1200" cap="none" spc="0">
                          <a:solidFill>
                            <a:schemeClr val="tx1"/>
                          </a:solidFill>
                        </a:rPr>
                        <a:t>       </a:t>
                      </a:r>
                      <a:r>
                        <a:rPr kumimoji="1" lang="ja-JP" altLang="en-US" sz="1200" cap="none" spc="0">
                          <a:solidFill>
                            <a:schemeClr val="tx1"/>
                          </a:solidFill>
                        </a:rPr>
                        <a:t>軽度：</a:t>
                      </a:r>
                      <a:r>
                        <a:rPr kumimoji="1" lang="en-US" altLang="ja-JP" sz="1200" b="1" cap="none" spc="0">
                          <a:solidFill>
                            <a:schemeClr val="tx1"/>
                          </a:solidFill>
                        </a:rPr>
                        <a:t>love </a:t>
                      </a:r>
                      <a:endParaRPr kumimoji="1" lang="ja-JP" altLang="en-US" sz="12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6976" marR="47839" marT="47839" marB="95680"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cap="none" spc="0" dirty="0">
                          <a:solidFill>
                            <a:schemeClr val="tx1"/>
                          </a:solidFill>
                        </a:rPr>
                        <a:t>重度：素材や価格に対する品質，シルエット</a:t>
                      </a:r>
                      <a:endParaRPr kumimoji="1" lang="en-US" altLang="ja-JP" sz="12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200" cap="none" spc="0" dirty="0">
                          <a:solidFill>
                            <a:schemeClr val="tx1"/>
                          </a:solidFill>
                        </a:rPr>
                        <a:t>軽度：デザインや色味</a:t>
                      </a:r>
                    </a:p>
                  </a:txBody>
                  <a:tcPr marL="66976" marR="47839" marT="47839" marB="95680"/>
                </a:tc>
                <a:extLst>
                  <a:ext uri="{0D108BD9-81ED-4DB2-BD59-A6C34878D82A}">
                    <a16:rowId xmlns:a16="http://schemas.microsoft.com/office/drawing/2014/main" val="577656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85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498F4FF-2D6F-1F92-7CB7-F7F41866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衣料品に関する改善点提案</a:t>
            </a:r>
            <a:endParaRPr kumimoji="1" lang="ja-JP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1AF5D7-3E1A-CDB6-8C83-622048F28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7"/>
            <a:ext cx="8276026" cy="3685156"/>
          </a:xfrm>
        </p:spPr>
        <p:txBody>
          <a:bodyPr anchor="ctr">
            <a:normAutofit lnSpcReduction="10000"/>
          </a:bodyPr>
          <a:lstStyle/>
          <a:p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１．サイズ情報の精緻化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全カテゴリ共通課題：</a:t>
            </a:r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size/fit</a:t>
            </a:r>
          </a:p>
          <a:p>
            <a:pPr lvl="1"/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Petite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では「袖・ウエスト」などの部位特有の不満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⇒部位別寸法・着用モデル情報の充実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kumimoji="1"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ja-JP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２．不満の深刻度による優先対応</a:t>
            </a:r>
            <a:endParaRPr lang="en-US" altLang="ja-JP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Severe</a:t>
            </a: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：素材品質・シルエット・価格帯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Mild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：デザイン・色味・サイズの微妙な差</a:t>
            </a:r>
            <a:endParaRPr kumimoji="1"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>
              <a:buNone/>
            </a:pPr>
            <a:r>
              <a:rPr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⇒深刻な不満を最優先で改善</a:t>
            </a:r>
            <a:endParaRPr lang="en-US" altLang="ja-JP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599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47" y="-5"/>
            <a:ext cx="12193149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CF0B7B2-C546-E3A8-B96E-B9BFCA5F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916632" cy="1188720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総括・課題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6E3BFF-83B6-19B7-A750-734ECEDE3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339" y="2489519"/>
            <a:ext cx="8276026" cy="368515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総括</a:t>
            </a:r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  <a:endParaRPr lang="ja-JP" alt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レビューの感情分類と改善点抽出を目的とした分析を実施</a:t>
            </a:r>
          </a:p>
          <a:p>
            <a:r>
              <a:rPr lang="en-US" altLang="ja-JP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Logistic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lang="en-US" altLang="ja-JP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SVM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lang="en-US" altLang="ja-JP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Naïve Bayes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・</a:t>
            </a:r>
            <a:r>
              <a:rPr lang="en-US" altLang="ja-JP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BERT 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を比較</a:t>
            </a: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不満の全体傾向把握と、文脈に基づく詳細分析が可能であることを確認</a:t>
            </a: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改善提案に直結する実用的な分析手法を提示</a:t>
            </a:r>
          </a:p>
          <a:p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課題</a:t>
            </a:r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  <a:endParaRPr lang="ja-JP" alt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テキスト情報のみに依存（画像情報未活用）</a:t>
            </a: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皮肉・複雑な表現への対応が不十分</a:t>
            </a:r>
          </a:p>
          <a:p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【</a:t>
            </a:r>
            <a:r>
              <a:rPr lang="ja-JP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今後の展望</a:t>
            </a:r>
            <a:r>
              <a:rPr lang="en-US" altLang="ja-JP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】</a:t>
            </a:r>
            <a:endParaRPr lang="ja-JP" alt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画像認識を組み合わせたマルチモーダル分析</a:t>
            </a:r>
          </a:p>
          <a:p>
            <a:r>
              <a:rPr lang="en-US" altLang="ja-JP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LLM 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やドメイン特化辞書による検出精度向上</a:t>
            </a:r>
          </a:p>
          <a:p>
            <a:endParaRPr kumimoji="1" lang="ja-JP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84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</TotalTime>
  <Words>948</Words>
  <Application>Microsoft Office PowerPoint</Application>
  <PresentationFormat>ワイド画面</PresentationFormat>
  <Paragraphs>137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游ゴシック</vt:lpstr>
      <vt:lpstr>游ゴシック Light</vt:lpstr>
      <vt:lpstr>Arial</vt:lpstr>
      <vt:lpstr>Wingdings</vt:lpstr>
      <vt:lpstr>Office テーマ</vt:lpstr>
      <vt:lpstr>衣料品レビューの感情予測 および改善点分析</vt:lpstr>
      <vt:lpstr>本日の発表内容</vt:lpstr>
      <vt:lpstr>研究背景・課題</vt:lpstr>
      <vt:lpstr>研究目的・方法</vt:lpstr>
      <vt:lpstr>分析プロセス</vt:lpstr>
      <vt:lpstr>データセット概要</vt:lpstr>
      <vt:lpstr>データの前処理</vt:lpstr>
      <vt:lpstr>前処理結果：不均衡データへの対応</vt:lpstr>
      <vt:lpstr>モデル構築</vt:lpstr>
      <vt:lpstr>分類精度におけるモデル比較</vt:lpstr>
      <vt:lpstr>改善点分析結果（Logistic / SVM）</vt:lpstr>
      <vt:lpstr>衣料品に関する改善点提案</vt:lpstr>
      <vt:lpstr>総括・課題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宮寺　奈緒美</dc:creator>
  <cp:lastModifiedBy>宮寺　奈緒美</cp:lastModifiedBy>
  <cp:revision>13</cp:revision>
  <dcterms:created xsi:type="dcterms:W3CDTF">2026-01-10T01:07:08Z</dcterms:created>
  <dcterms:modified xsi:type="dcterms:W3CDTF">2026-01-14T05:53:01Z</dcterms:modified>
</cp:coreProperties>
</file>